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23"/>
  </p:notesMasterIdLst>
  <p:sldIdLst>
    <p:sldId id="256" r:id="rId2"/>
    <p:sldId id="489" r:id="rId3"/>
    <p:sldId id="472" r:id="rId4"/>
    <p:sldId id="685" r:id="rId5"/>
    <p:sldId id="686" r:id="rId6"/>
    <p:sldId id="694" r:id="rId7"/>
    <p:sldId id="678" r:id="rId8"/>
    <p:sldId id="692" r:id="rId9"/>
    <p:sldId id="693" r:id="rId10"/>
    <p:sldId id="691" r:id="rId11"/>
    <p:sldId id="687" r:id="rId12"/>
    <p:sldId id="688" r:id="rId13"/>
    <p:sldId id="689" r:id="rId14"/>
    <p:sldId id="690" r:id="rId15"/>
    <p:sldId id="606" r:id="rId16"/>
    <p:sldId id="680" r:id="rId17"/>
    <p:sldId id="681" r:id="rId18"/>
    <p:sldId id="682" r:id="rId19"/>
    <p:sldId id="683" r:id="rId20"/>
    <p:sldId id="684" r:id="rId21"/>
    <p:sldId id="471" r:id="rId22"/>
  </p:sldIdLst>
  <p:sldSz cx="9144000" cy="5143500" type="screen16x9"/>
  <p:notesSz cx="6858000" cy="9144000"/>
  <p:embeddedFontLst>
    <p:embeddedFont>
      <p:font typeface="Baloo 2 ExtraBold" panose="020B0604020202020204" charset="0"/>
      <p:regular r:id="rId24"/>
      <p:bold r:id="rId25"/>
    </p:embeddedFont>
    <p:embeddedFont>
      <p:font typeface="DM Sans" pitchFamily="2" charset="0"/>
      <p:regular r:id="rId26"/>
      <p:bold r:id="rId27"/>
      <p:italic r:id="rId28"/>
      <p:boldItalic r:id="rId29"/>
    </p:embeddedFont>
    <p:embeddedFont>
      <p:font typeface="DM Sans 14pt" panose="020B0604020202020204" charset="0"/>
      <p:regular r:id="rId30"/>
      <p:bold r:id="rId31"/>
      <p:italic r:id="rId32"/>
      <p:boldItalic r:id="rId33"/>
    </p:embeddedFont>
    <p:embeddedFont>
      <p:font typeface="Nunito Light" pitchFamily="2" charset="0"/>
      <p:regular r:id="rId34"/>
      <p: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1153D3E-4622-4138-849B-314D228F60DD}">
  <a:tblStyle styleId="{11153D3E-4622-4138-849B-314D228F60D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E2F523C-9B10-4EE0-A70F-3C609E0DC27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754"/>
    <p:restoredTop sz="93107"/>
  </p:normalViewPr>
  <p:slideViewPr>
    <p:cSldViewPr snapToGrid="0">
      <p:cViewPr>
        <p:scale>
          <a:sx n="75" d="100"/>
          <a:sy n="75" d="100"/>
        </p:scale>
        <p:origin x="1906" y="6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6">
          <a:extLst>
            <a:ext uri="{FF2B5EF4-FFF2-40B4-BE49-F238E27FC236}">
              <a16:creationId xmlns:a16="http://schemas.microsoft.com/office/drawing/2014/main" id="{05C7DC5F-3EE1-2AB8-D635-75751FFC6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d431007ba2_0_208:notes">
            <a:extLst>
              <a:ext uri="{FF2B5EF4-FFF2-40B4-BE49-F238E27FC236}">
                <a16:creationId xmlns:a16="http://schemas.microsoft.com/office/drawing/2014/main" id="{AF52FA10-70D0-DED9-786C-8B153DD085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d431007ba2_0_208:notes">
            <a:extLst>
              <a:ext uri="{FF2B5EF4-FFF2-40B4-BE49-F238E27FC236}">
                <a16:creationId xmlns:a16="http://schemas.microsoft.com/office/drawing/2014/main" id="{03902D5B-9398-6B47-A016-0068B3621A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05990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6">
          <a:extLst>
            <a:ext uri="{FF2B5EF4-FFF2-40B4-BE49-F238E27FC236}">
              <a16:creationId xmlns:a16="http://schemas.microsoft.com/office/drawing/2014/main" id="{46E9ADCA-7B7D-0336-8195-157FD340D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g54dda1946d_4_2726:notes">
            <a:extLst>
              <a:ext uri="{FF2B5EF4-FFF2-40B4-BE49-F238E27FC236}">
                <a16:creationId xmlns:a16="http://schemas.microsoft.com/office/drawing/2014/main" id="{B422C8AA-5709-DD96-BC38-9D95F466EF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8" name="Google Shape;1078;g54dda1946d_4_2726:notes">
            <a:extLst>
              <a:ext uri="{FF2B5EF4-FFF2-40B4-BE49-F238E27FC236}">
                <a16:creationId xmlns:a16="http://schemas.microsoft.com/office/drawing/2014/main" id="{76CE699C-378E-96FE-87BF-AA676257D9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75367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9">
          <a:extLst>
            <a:ext uri="{FF2B5EF4-FFF2-40B4-BE49-F238E27FC236}">
              <a16:creationId xmlns:a16="http://schemas.microsoft.com/office/drawing/2014/main" id="{595126CE-2C92-7982-F2E2-6234F0CE9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g1e71a4a866a_0_20:notes">
            <a:extLst>
              <a:ext uri="{FF2B5EF4-FFF2-40B4-BE49-F238E27FC236}">
                <a16:creationId xmlns:a16="http://schemas.microsoft.com/office/drawing/2014/main" id="{6FDCC180-A30E-8CE9-0A65-7F6E4BD30A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1" name="Google Shape;1291;g1e71a4a866a_0_20:notes">
            <a:extLst>
              <a:ext uri="{FF2B5EF4-FFF2-40B4-BE49-F238E27FC236}">
                <a16:creationId xmlns:a16="http://schemas.microsoft.com/office/drawing/2014/main" id="{56E66FBA-B9CD-AD84-C7D2-897BA8CD97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70412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9">
          <a:extLst>
            <a:ext uri="{FF2B5EF4-FFF2-40B4-BE49-F238E27FC236}">
              <a16:creationId xmlns:a16="http://schemas.microsoft.com/office/drawing/2014/main" id="{FB7E6B4D-98F4-4780-AD35-E245D1BE9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g1e71a4a866a_0_20:notes">
            <a:extLst>
              <a:ext uri="{FF2B5EF4-FFF2-40B4-BE49-F238E27FC236}">
                <a16:creationId xmlns:a16="http://schemas.microsoft.com/office/drawing/2014/main" id="{F1BBD820-366D-1327-37D6-33A1FA0DF4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1" name="Google Shape;1291;g1e71a4a866a_0_20:notes">
            <a:extLst>
              <a:ext uri="{FF2B5EF4-FFF2-40B4-BE49-F238E27FC236}">
                <a16:creationId xmlns:a16="http://schemas.microsoft.com/office/drawing/2014/main" id="{EAEE576C-5BE9-81D2-2C01-C2B99D44B7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53038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4">
          <a:extLst>
            <a:ext uri="{FF2B5EF4-FFF2-40B4-BE49-F238E27FC236}">
              <a16:creationId xmlns:a16="http://schemas.microsoft.com/office/drawing/2014/main" id="{4EDE536D-1757-4368-28C1-D200B9854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g1e71a4a866a_0_8:notes">
            <a:extLst>
              <a:ext uri="{FF2B5EF4-FFF2-40B4-BE49-F238E27FC236}">
                <a16:creationId xmlns:a16="http://schemas.microsoft.com/office/drawing/2014/main" id="{69C66C5F-6B6F-A379-9324-CE0B4AB3AF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6" name="Google Shape;1256;g1e71a4a866a_0_8:notes">
            <a:extLst>
              <a:ext uri="{FF2B5EF4-FFF2-40B4-BE49-F238E27FC236}">
                <a16:creationId xmlns:a16="http://schemas.microsoft.com/office/drawing/2014/main" id="{0F2ED381-5821-EAAE-9981-46A8166E05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71478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9">
          <a:extLst>
            <a:ext uri="{FF2B5EF4-FFF2-40B4-BE49-F238E27FC236}">
              <a16:creationId xmlns:a16="http://schemas.microsoft.com/office/drawing/2014/main" id="{198DE3A4-2B9F-CC06-B226-8A31742B3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54dda1946d_6_308:notes">
            <a:extLst>
              <a:ext uri="{FF2B5EF4-FFF2-40B4-BE49-F238E27FC236}">
                <a16:creationId xmlns:a16="http://schemas.microsoft.com/office/drawing/2014/main" id="{EBA59D65-19DD-A9B4-1961-EA019746BF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1" name="Google Shape;781;g54dda1946d_6_308:notes">
            <a:extLst>
              <a:ext uri="{FF2B5EF4-FFF2-40B4-BE49-F238E27FC236}">
                <a16:creationId xmlns:a16="http://schemas.microsoft.com/office/drawing/2014/main" id="{E82DB4E5-9420-D016-5A3F-229B59986B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35265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4">
          <a:extLst>
            <a:ext uri="{FF2B5EF4-FFF2-40B4-BE49-F238E27FC236}">
              <a16:creationId xmlns:a16="http://schemas.microsoft.com/office/drawing/2014/main" id="{94FA5305-09A0-EA0F-1094-675AC6454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g1e71a4a866a_0_8:notes">
            <a:extLst>
              <a:ext uri="{FF2B5EF4-FFF2-40B4-BE49-F238E27FC236}">
                <a16:creationId xmlns:a16="http://schemas.microsoft.com/office/drawing/2014/main" id="{195B99A9-FD40-F471-EA2F-B29835FF1D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6" name="Google Shape;1256;g1e71a4a866a_0_8:notes">
            <a:extLst>
              <a:ext uri="{FF2B5EF4-FFF2-40B4-BE49-F238E27FC236}">
                <a16:creationId xmlns:a16="http://schemas.microsoft.com/office/drawing/2014/main" id="{0D1E1ACF-5268-DA6B-81C2-4C85407D1B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55391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4">
          <a:extLst>
            <a:ext uri="{FF2B5EF4-FFF2-40B4-BE49-F238E27FC236}">
              <a16:creationId xmlns:a16="http://schemas.microsoft.com/office/drawing/2014/main" id="{410B6573-4262-2547-B8E4-D44D347CF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g1e71a4a866a_0_8:notes">
            <a:extLst>
              <a:ext uri="{FF2B5EF4-FFF2-40B4-BE49-F238E27FC236}">
                <a16:creationId xmlns:a16="http://schemas.microsoft.com/office/drawing/2014/main" id="{78F66CBB-CE3F-80DF-DEC2-CF8CFF02DF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6" name="Google Shape;1256;g1e71a4a866a_0_8:notes">
            <a:extLst>
              <a:ext uri="{FF2B5EF4-FFF2-40B4-BE49-F238E27FC236}">
                <a16:creationId xmlns:a16="http://schemas.microsoft.com/office/drawing/2014/main" id="{B304624B-3E02-DB81-1FAA-CDB182E4C6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08623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9">
          <a:extLst>
            <a:ext uri="{FF2B5EF4-FFF2-40B4-BE49-F238E27FC236}">
              <a16:creationId xmlns:a16="http://schemas.microsoft.com/office/drawing/2014/main" id="{8F7DD65C-B2FF-DBFC-BE8F-0071DCE78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54dda1946d_6_308:notes">
            <a:extLst>
              <a:ext uri="{FF2B5EF4-FFF2-40B4-BE49-F238E27FC236}">
                <a16:creationId xmlns:a16="http://schemas.microsoft.com/office/drawing/2014/main" id="{0CFEF529-345E-BCE4-5A27-D4C6310793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1" name="Google Shape;781;g54dda1946d_6_308:notes">
            <a:extLst>
              <a:ext uri="{FF2B5EF4-FFF2-40B4-BE49-F238E27FC236}">
                <a16:creationId xmlns:a16="http://schemas.microsoft.com/office/drawing/2014/main" id="{E80A9E64-F0D2-6974-D9F0-926E78D4E0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51196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4">
          <a:extLst>
            <a:ext uri="{FF2B5EF4-FFF2-40B4-BE49-F238E27FC236}">
              <a16:creationId xmlns:a16="http://schemas.microsoft.com/office/drawing/2014/main" id="{9FBDDB06-C465-F0A0-BB48-F6F9D3388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g1e71a4a866a_0_8:notes">
            <a:extLst>
              <a:ext uri="{FF2B5EF4-FFF2-40B4-BE49-F238E27FC236}">
                <a16:creationId xmlns:a16="http://schemas.microsoft.com/office/drawing/2014/main" id="{D52C679C-6378-2B21-1221-E120086447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6" name="Google Shape;1256;g1e71a4a866a_0_8:notes">
            <a:extLst>
              <a:ext uri="{FF2B5EF4-FFF2-40B4-BE49-F238E27FC236}">
                <a16:creationId xmlns:a16="http://schemas.microsoft.com/office/drawing/2014/main" id="{775A0056-431E-E3D1-CA75-0B016B5210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22616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4">
          <a:extLst>
            <a:ext uri="{FF2B5EF4-FFF2-40B4-BE49-F238E27FC236}">
              <a16:creationId xmlns:a16="http://schemas.microsoft.com/office/drawing/2014/main" id="{3ECACE3C-FA32-C093-FF8E-BFDD48B3F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g1e71a4a866a_0_8:notes">
            <a:extLst>
              <a:ext uri="{FF2B5EF4-FFF2-40B4-BE49-F238E27FC236}">
                <a16:creationId xmlns:a16="http://schemas.microsoft.com/office/drawing/2014/main" id="{B48E3375-5D5E-FA28-9CC4-30014031DF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6" name="Google Shape;1256;g1e71a4a866a_0_8:notes">
            <a:extLst>
              <a:ext uri="{FF2B5EF4-FFF2-40B4-BE49-F238E27FC236}">
                <a16:creationId xmlns:a16="http://schemas.microsoft.com/office/drawing/2014/main" id="{50141EAA-FB1D-D11B-CF84-D9E5FF55E2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95297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4">
          <a:extLst>
            <a:ext uri="{FF2B5EF4-FFF2-40B4-BE49-F238E27FC236}">
              <a16:creationId xmlns:a16="http://schemas.microsoft.com/office/drawing/2014/main" id="{09C201A3-993A-D7C6-5FF0-C217AF290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g1e71a4a866a_0_8:notes">
            <a:extLst>
              <a:ext uri="{FF2B5EF4-FFF2-40B4-BE49-F238E27FC236}">
                <a16:creationId xmlns:a16="http://schemas.microsoft.com/office/drawing/2014/main" id="{4DAB9627-1306-7581-1599-A4BE8E331A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6" name="Google Shape;1256;g1e71a4a866a_0_8:notes">
            <a:extLst>
              <a:ext uri="{FF2B5EF4-FFF2-40B4-BE49-F238E27FC236}">
                <a16:creationId xmlns:a16="http://schemas.microsoft.com/office/drawing/2014/main" id="{193A8B58-73E7-65F8-AECF-4CAD27297A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6842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4">
          <a:extLst>
            <a:ext uri="{FF2B5EF4-FFF2-40B4-BE49-F238E27FC236}">
              <a16:creationId xmlns:a16="http://schemas.microsoft.com/office/drawing/2014/main" id="{EF042257-8814-A338-A60F-14F61827E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g1e71a4a866a_0_8:notes">
            <a:extLst>
              <a:ext uri="{FF2B5EF4-FFF2-40B4-BE49-F238E27FC236}">
                <a16:creationId xmlns:a16="http://schemas.microsoft.com/office/drawing/2014/main" id="{FBD5A6F3-175B-1485-F238-75723CD375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6" name="Google Shape;1256;g1e71a4a866a_0_8:notes">
            <a:extLst>
              <a:ext uri="{FF2B5EF4-FFF2-40B4-BE49-F238E27FC236}">
                <a16:creationId xmlns:a16="http://schemas.microsoft.com/office/drawing/2014/main" id="{11483041-7AAC-895C-E5EB-8AAFCC369B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308609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9">
          <a:extLst>
            <a:ext uri="{FF2B5EF4-FFF2-40B4-BE49-F238E27FC236}">
              <a16:creationId xmlns:a16="http://schemas.microsoft.com/office/drawing/2014/main" id="{C1BDA66B-282E-6E83-F626-9D64DB7FA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g1e71a4a866a_0_20:notes">
            <a:extLst>
              <a:ext uri="{FF2B5EF4-FFF2-40B4-BE49-F238E27FC236}">
                <a16:creationId xmlns:a16="http://schemas.microsoft.com/office/drawing/2014/main" id="{E43ACEED-B27B-381D-0B6A-B84CB9C1B5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1" name="Google Shape;1291;g1e71a4a866a_0_20:notes">
            <a:extLst>
              <a:ext uri="{FF2B5EF4-FFF2-40B4-BE49-F238E27FC236}">
                <a16:creationId xmlns:a16="http://schemas.microsoft.com/office/drawing/2014/main" id="{4F8D9519-69B1-79D6-53A1-062F98DA9B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83775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4">
          <a:extLst>
            <a:ext uri="{FF2B5EF4-FFF2-40B4-BE49-F238E27FC236}">
              <a16:creationId xmlns:a16="http://schemas.microsoft.com/office/drawing/2014/main" id="{D4E837E7-CE03-C880-7EE8-DAEEA8E0E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g1e71a4a866a_0_8:notes">
            <a:extLst>
              <a:ext uri="{FF2B5EF4-FFF2-40B4-BE49-F238E27FC236}">
                <a16:creationId xmlns:a16="http://schemas.microsoft.com/office/drawing/2014/main" id="{07D4CCDF-BB5F-36A4-6E96-0BACAC1417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6" name="Google Shape;1256;g1e71a4a866a_0_8:notes">
            <a:extLst>
              <a:ext uri="{FF2B5EF4-FFF2-40B4-BE49-F238E27FC236}">
                <a16:creationId xmlns:a16="http://schemas.microsoft.com/office/drawing/2014/main" id="{B8C832B2-4AC7-2DFD-AD36-CDB5ADF9EB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88990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4">
          <a:extLst>
            <a:ext uri="{FF2B5EF4-FFF2-40B4-BE49-F238E27FC236}">
              <a16:creationId xmlns:a16="http://schemas.microsoft.com/office/drawing/2014/main" id="{3D8AC0CE-FB12-EE4A-2DC0-ADC8D0115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g1e71a4a866a_0_8:notes">
            <a:extLst>
              <a:ext uri="{FF2B5EF4-FFF2-40B4-BE49-F238E27FC236}">
                <a16:creationId xmlns:a16="http://schemas.microsoft.com/office/drawing/2014/main" id="{014F72A1-C625-E73A-3031-0AFD56D363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6" name="Google Shape;1256;g1e71a4a866a_0_8:notes">
            <a:extLst>
              <a:ext uri="{FF2B5EF4-FFF2-40B4-BE49-F238E27FC236}">
                <a16:creationId xmlns:a16="http://schemas.microsoft.com/office/drawing/2014/main" id="{E50A476C-C4FA-389E-9383-6F838E4F5B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3664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4">
          <a:extLst>
            <a:ext uri="{FF2B5EF4-FFF2-40B4-BE49-F238E27FC236}">
              <a16:creationId xmlns:a16="http://schemas.microsoft.com/office/drawing/2014/main" id="{817A0384-F7F9-3B7E-C932-F5134F73B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g1e71a4a866a_0_8:notes">
            <a:extLst>
              <a:ext uri="{FF2B5EF4-FFF2-40B4-BE49-F238E27FC236}">
                <a16:creationId xmlns:a16="http://schemas.microsoft.com/office/drawing/2014/main" id="{403083C9-3A2A-BA5B-606A-4FE8D3CDEF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6" name="Google Shape;1256;g1e71a4a866a_0_8:notes">
            <a:extLst>
              <a:ext uri="{FF2B5EF4-FFF2-40B4-BE49-F238E27FC236}">
                <a16:creationId xmlns:a16="http://schemas.microsoft.com/office/drawing/2014/main" id="{1958526B-6D8E-1F56-77F5-25839C6196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60069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4">
          <a:extLst>
            <a:ext uri="{FF2B5EF4-FFF2-40B4-BE49-F238E27FC236}">
              <a16:creationId xmlns:a16="http://schemas.microsoft.com/office/drawing/2014/main" id="{9913D831-E677-7762-5D54-9B6B03C7D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g1e71a4a866a_0_8:notes">
            <a:extLst>
              <a:ext uri="{FF2B5EF4-FFF2-40B4-BE49-F238E27FC236}">
                <a16:creationId xmlns:a16="http://schemas.microsoft.com/office/drawing/2014/main" id="{E47C7D0F-46CE-7E3A-65ED-1B391D28A3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6" name="Google Shape;1256;g1e71a4a866a_0_8:notes">
            <a:extLst>
              <a:ext uri="{FF2B5EF4-FFF2-40B4-BE49-F238E27FC236}">
                <a16:creationId xmlns:a16="http://schemas.microsoft.com/office/drawing/2014/main" id="{D84F1A4B-A48D-AFB5-1CB2-07F783B83A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92517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4">
          <a:extLst>
            <a:ext uri="{FF2B5EF4-FFF2-40B4-BE49-F238E27FC236}">
              <a16:creationId xmlns:a16="http://schemas.microsoft.com/office/drawing/2014/main" id="{ACEA1DCC-878E-A14F-9424-3AAB03278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g1e71a4a866a_0_8:notes">
            <a:extLst>
              <a:ext uri="{FF2B5EF4-FFF2-40B4-BE49-F238E27FC236}">
                <a16:creationId xmlns:a16="http://schemas.microsoft.com/office/drawing/2014/main" id="{6A4B2AC6-0CC9-343D-71EF-E4A4FBB802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6" name="Google Shape;1256;g1e71a4a866a_0_8:notes">
            <a:extLst>
              <a:ext uri="{FF2B5EF4-FFF2-40B4-BE49-F238E27FC236}">
                <a16:creationId xmlns:a16="http://schemas.microsoft.com/office/drawing/2014/main" id="{569D797B-1B5D-37A1-3505-783D5A1959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37129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g54dda1946d_4_2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8" name="Google Shape;1078;g54dda1946d_4_2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1644614" y="-2747525"/>
            <a:ext cx="12278718" cy="10475804"/>
            <a:chOff x="-1644614" y="-2747525"/>
            <a:chExt cx="12278718" cy="10475804"/>
          </a:xfrm>
        </p:grpSpPr>
        <p:sp>
          <p:nvSpPr>
            <p:cNvPr id="10" name="Google Shape;10;p2"/>
            <p:cNvSpPr/>
            <p:nvPr/>
          </p:nvSpPr>
          <p:spPr>
            <a:xfrm rot="-2526399">
              <a:off x="5593085" y="3029310"/>
              <a:ext cx="4356710" cy="3718191"/>
            </a:xfrm>
            <a:custGeom>
              <a:avLst/>
              <a:gdLst/>
              <a:ahLst/>
              <a:cxnLst/>
              <a:rect l="l" t="t" r="r" b="b"/>
              <a:pathLst>
                <a:path w="1480978" h="1263926" extrusionOk="0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;p2"/>
            <p:cNvSpPr/>
            <p:nvPr/>
          </p:nvSpPr>
          <p:spPr>
            <a:xfrm rot="7128784">
              <a:off x="8363688" y="1001192"/>
              <a:ext cx="1703625" cy="1100471"/>
            </a:xfrm>
            <a:custGeom>
              <a:avLst/>
              <a:gdLst/>
              <a:ahLst/>
              <a:cxnLst/>
              <a:rect l="l" t="t" r="r" b="b"/>
              <a:pathLst>
                <a:path w="616186" h="397857" extrusionOk="0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 rot="1490198">
              <a:off x="-1039429" y="-1920903"/>
              <a:ext cx="4803426" cy="3939324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713225" y="2634850"/>
            <a:ext cx="3862500" cy="138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000" b="0"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713225" y="3970798"/>
            <a:ext cx="38625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DM Sans 14pt"/>
                <a:ea typeface="DM Sans 14pt"/>
                <a:cs typeface="DM Sans 14pt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oogle Shape;231;p11"/>
          <p:cNvGrpSpPr/>
          <p:nvPr/>
        </p:nvGrpSpPr>
        <p:grpSpPr>
          <a:xfrm>
            <a:off x="-2029214" y="-2389503"/>
            <a:ext cx="12217127" cy="9357900"/>
            <a:chOff x="-2029214" y="-2389503"/>
            <a:chExt cx="12217127" cy="9357900"/>
          </a:xfrm>
        </p:grpSpPr>
        <p:sp>
          <p:nvSpPr>
            <p:cNvPr id="232" name="Google Shape;232;p11"/>
            <p:cNvSpPr/>
            <p:nvPr/>
          </p:nvSpPr>
          <p:spPr>
            <a:xfrm rot="7128936">
              <a:off x="-1270089" y="1442769"/>
              <a:ext cx="5631417" cy="4125872"/>
            </a:xfrm>
            <a:custGeom>
              <a:avLst/>
              <a:gdLst/>
              <a:ahLst/>
              <a:cxnLst/>
              <a:rect l="l" t="t" r="r" b="b"/>
              <a:pathLst>
                <a:path w="616186" h="397857" extrusionOk="0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11"/>
            <p:cNvSpPr/>
            <p:nvPr/>
          </p:nvSpPr>
          <p:spPr>
            <a:xfrm rot="-8306489">
              <a:off x="6312332" y="-1616947"/>
              <a:ext cx="3381355" cy="2773073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11"/>
            <p:cNvSpPr/>
            <p:nvPr/>
          </p:nvSpPr>
          <p:spPr>
            <a:xfrm rot="-2526298">
              <a:off x="-1524420" y="-1666024"/>
              <a:ext cx="3213799" cy="2742785"/>
            </a:xfrm>
            <a:custGeom>
              <a:avLst/>
              <a:gdLst/>
              <a:ahLst/>
              <a:cxnLst/>
              <a:rect l="l" t="t" r="r" b="b"/>
              <a:pathLst>
                <a:path w="1480978" h="1263926" extrusionOk="0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5" name="Google Shape;235;p11"/>
          <p:cNvSpPr txBox="1">
            <a:spLocks noGrp="1"/>
          </p:cNvSpPr>
          <p:nvPr>
            <p:ph type="title" hasCustomPrompt="1"/>
          </p:nvPr>
        </p:nvSpPr>
        <p:spPr>
          <a:xfrm>
            <a:off x="5302675" y="2703800"/>
            <a:ext cx="3128100" cy="107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36" name="Google Shape;236;p11"/>
          <p:cNvSpPr txBox="1">
            <a:spLocks noGrp="1"/>
          </p:cNvSpPr>
          <p:nvPr>
            <p:ph type="subTitle" idx="1"/>
          </p:nvPr>
        </p:nvSpPr>
        <p:spPr>
          <a:xfrm>
            <a:off x="5302675" y="3673475"/>
            <a:ext cx="3128100" cy="68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2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8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398" name="Google Shape;398;p18"/>
          <p:cNvGrpSpPr/>
          <p:nvPr/>
        </p:nvGrpSpPr>
        <p:grpSpPr>
          <a:xfrm>
            <a:off x="-856733" y="-2184900"/>
            <a:ext cx="11910511" cy="8379762"/>
            <a:chOff x="-856733" y="-2184900"/>
            <a:chExt cx="11910511" cy="8379762"/>
          </a:xfrm>
        </p:grpSpPr>
        <p:sp>
          <p:nvSpPr>
            <p:cNvPr id="399" name="Google Shape;399;p18"/>
            <p:cNvSpPr/>
            <p:nvPr/>
          </p:nvSpPr>
          <p:spPr>
            <a:xfrm rot="-7341459">
              <a:off x="7305126" y="-1367050"/>
              <a:ext cx="3409980" cy="2678150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p18"/>
            <p:cNvSpPr/>
            <p:nvPr/>
          </p:nvSpPr>
          <p:spPr>
            <a:xfrm rot="-10245665" flipH="1">
              <a:off x="-723336" y="4183034"/>
              <a:ext cx="2247692" cy="1843349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1" name="Google Shape;401;p18"/>
          <p:cNvGrpSpPr/>
          <p:nvPr/>
        </p:nvGrpSpPr>
        <p:grpSpPr>
          <a:xfrm>
            <a:off x="262777" y="161945"/>
            <a:ext cx="7433887" cy="4873205"/>
            <a:chOff x="262777" y="161945"/>
            <a:chExt cx="7433887" cy="4873205"/>
          </a:xfrm>
        </p:grpSpPr>
        <p:sp>
          <p:nvSpPr>
            <p:cNvPr id="402" name="Google Shape;402;p18"/>
            <p:cNvSpPr/>
            <p:nvPr/>
          </p:nvSpPr>
          <p:spPr>
            <a:xfrm>
              <a:off x="7369989" y="16194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" name="Google Shape;403;p18"/>
            <p:cNvSpPr/>
            <p:nvPr/>
          </p:nvSpPr>
          <p:spPr>
            <a:xfrm>
              <a:off x="262777" y="41400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18"/>
            <p:cNvSpPr/>
            <p:nvPr/>
          </p:nvSpPr>
          <p:spPr>
            <a:xfrm>
              <a:off x="811063" y="4853000"/>
              <a:ext cx="184575" cy="18215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5" name="Google Shape;405;p18"/>
          <p:cNvGrpSpPr/>
          <p:nvPr/>
        </p:nvGrpSpPr>
        <p:grpSpPr>
          <a:xfrm>
            <a:off x="7886574" y="231922"/>
            <a:ext cx="1018096" cy="1211385"/>
            <a:chOff x="7886574" y="231922"/>
            <a:chExt cx="1018096" cy="1211385"/>
          </a:xfrm>
        </p:grpSpPr>
        <p:grpSp>
          <p:nvGrpSpPr>
            <p:cNvPr id="406" name="Google Shape;406;p18"/>
            <p:cNvGrpSpPr/>
            <p:nvPr/>
          </p:nvGrpSpPr>
          <p:grpSpPr>
            <a:xfrm>
              <a:off x="8496964" y="1054809"/>
              <a:ext cx="407706" cy="388498"/>
              <a:chOff x="2884583" y="645291"/>
              <a:chExt cx="285089" cy="271696"/>
            </a:xfrm>
          </p:grpSpPr>
          <p:sp>
            <p:nvSpPr>
              <p:cNvPr id="407" name="Google Shape;407;p18"/>
              <p:cNvSpPr/>
              <p:nvPr/>
            </p:nvSpPr>
            <p:spPr>
              <a:xfrm>
                <a:off x="2905629" y="652944"/>
                <a:ext cx="264042" cy="264042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" name="Google Shape;408;p18"/>
              <p:cNvSpPr/>
              <p:nvPr/>
            </p:nvSpPr>
            <p:spPr>
              <a:xfrm>
                <a:off x="2884583" y="645291"/>
                <a:ext cx="130108" cy="123412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9" name="Google Shape;409;p18"/>
            <p:cNvGrpSpPr/>
            <p:nvPr/>
          </p:nvGrpSpPr>
          <p:grpSpPr>
            <a:xfrm>
              <a:off x="7886574" y="231922"/>
              <a:ext cx="951900" cy="615157"/>
              <a:chOff x="4838012" y="1361547"/>
              <a:chExt cx="951900" cy="615157"/>
            </a:xfrm>
          </p:grpSpPr>
          <p:sp>
            <p:nvSpPr>
              <p:cNvPr id="410" name="Google Shape;410;p18"/>
              <p:cNvSpPr/>
              <p:nvPr/>
            </p:nvSpPr>
            <p:spPr>
              <a:xfrm>
                <a:off x="4838012" y="1419903"/>
                <a:ext cx="951900" cy="5568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" name="Google Shape;411;p18"/>
              <p:cNvSpPr/>
              <p:nvPr/>
            </p:nvSpPr>
            <p:spPr>
              <a:xfrm>
                <a:off x="4838012" y="1361547"/>
                <a:ext cx="951892" cy="58358"/>
              </a:xfrm>
              <a:custGeom>
                <a:avLst/>
                <a:gdLst/>
                <a:ahLst/>
                <a:cxnLst/>
                <a:rect l="l" t="t" r="r" b="b"/>
                <a:pathLst>
                  <a:path w="1089" h="67" extrusionOk="0">
                    <a:moveTo>
                      <a:pt x="1057" y="0"/>
                    </a:moveTo>
                    <a:cubicBezTo>
                      <a:pt x="31" y="0"/>
                      <a:pt x="31" y="0"/>
                      <a:pt x="31" y="0"/>
                    </a:cubicBezTo>
                    <a:cubicBezTo>
                      <a:pt x="14" y="0"/>
                      <a:pt x="0" y="15"/>
                      <a:pt x="0" y="32"/>
                    </a:cubicBezTo>
                    <a:cubicBezTo>
                      <a:pt x="0" y="67"/>
                      <a:pt x="0" y="67"/>
                      <a:pt x="0" y="67"/>
                    </a:cubicBezTo>
                    <a:cubicBezTo>
                      <a:pt x="1089" y="67"/>
                      <a:pt x="1089" y="67"/>
                      <a:pt x="1089" y="67"/>
                    </a:cubicBezTo>
                    <a:cubicBezTo>
                      <a:pt x="1089" y="32"/>
                      <a:pt x="1089" y="32"/>
                      <a:pt x="1089" y="32"/>
                    </a:cubicBezTo>
                    <a:cubicBezTo>
                      <a:pt x="1089" y="15"/>
                      <a:pt x="1074" y="0"/>
                      <a:pt x="105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" name="Google Shape;412;p18"/>
              <p:cNvSpPr/>
              <p:nvPr/>
            </p:nvSpPr>
            <p:spPr>
              <a:xfrm>
                <a:off x="4863842" y="1376853"/>
                <a:ext cx="258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" name="Google Shape;413;p18"/>
              <p:cNvSpPr/>
              <p:nvPr/>
            </p:nvSpPr>
            <p:spPr>
              <a:xfrm>
                <a:off x="4904979" y="1376853"/>
                <a:ext cx="258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" name="Google Shape;414;p18"/>
              <p:cNvSpPr/>
              <p:nvPr/>
            </p:nvSpPr>
            <p:spPr>
              <a:xfrm>
                <a:off x="4945159" y="1376853"/>
                <a:ext cx="267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" name="Google Shape;415;p18"/>
              <p:cNvSpPr/>
              <p:nvPr/>
            </p:nvSpPr>
            <p:spPr>
              <a:xfrm>
                <a:off x="4902109" y="1478261"/>
                <a:ext cx="348300" cy="348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" name="Google Shape;416;p18"/>
              <p:cNvSpPr/>
              <p:nvPr/>
            </p:nvSpPr>
            <p:spPr>
              <a:xfrm>
                <a:off x="4926026" y="1502178"/>
                <a:ext cx="299440" cy="300397"/>
              </a:xfrm>
              <a:custGeom>
                <a:avLst/>
                <a:gdLst/>
                <a:ahLst/>
                <a:cxnLst/>
                <a:rect l="l" t="t" r="r" b="b"/>
                <a:pathLst>
                  <a:path w="342" h="343" extrusionOk="0">
                    <a:moveTo>
                      <a:pt x="209" y="5"/>
                    </a:moveTo>
                    <a:cubicBezTo>
                      <a:pt x="197" y="2"/>
                      <a:pt x="184" y="0"/>
                      <a:pt x="171" y="0"/>
                    </a:cubicBezTo>
                    <a:cubicBezTo>
                      <a:pt x="92" y="0"/>
                      <a:pt x="26" y="54"/>
                      <a:pt x="6" y="126"/>
                    </a:cubicBezTo>
                    <a:cubicBezTo>
                      <a:pt x="6" y="128"/>
                      <a:pt x="5" y="130"/>
                      <a:pt x="5" y="131"/>
                    </a:cubicBezTo>
                    <a:cubicBezTo>
                      <a:pt x="4" y="133"/>
                      <a:pt x="4" y="135"/>
                      <a:pt x="3" y="137"/>
                    </a:cubicBezTo>
                    <a:cubicBezTo>
                      <a:pt x="3" y="137"/>
                      <a:pt x="3" y="137"/>
                      <a:pt x="3" y="137"/>
                    </a:cubicBezTo>
                    <a:cubicBezTo>
                      <a:pt x="3" y="139"/>
                      <a:pt x="3" y="141"/>
                      <a:pt x="2" y="142"/>
                    </a:cubicBezTo>
                    <a:cubicBezTo>
                      <a:pt x="2" y="143"/>
                      <a:pt x="2" y="143"/>
                      <a:pt x="2" y="143"/>
                    </a:cubicBezTo>
                    <a:cubicBezTo>
                      <a:pt x="2" y="145"/>
                      <a:pt x="2" y="147"/>
                      <a:pt x="2" y="148"/>
                    </a:cubicBezTo>
                    <a:cubicBezTo>
                      <a:pt x="1" y="150"/>
                      <a:pt x="1" y="152"/>
                      <a:pt x="1" y="153"/>
                    </a:cubicBezTo>
                    <a:cubicBezTo>
                      <a:pt x="1" y="154"/>
                      <a:pt x="1" y="154"/>
                      <a:pt x="1" y="155"/>
                    </a:cubicBezTo>
                    <a:cubicBezTo>
                      <a:pt x="1" y="157"/>
                      <a:pt x="0" y="158"/>
                      <a:pt x="0" y="160"/>
                    </a:cubicBezTo>
                    <a:cubicBezTo>
                      <a:pt x="0" y="162"/>
                      <a:pt x="0" y="163"/>
                      <a:pt x="0" y="165"/>
                    </a:cubicBezTo>
                    <a:cubicBezTo>
                      <a:pt x="0" y="167"/>
                      <a:pt x="0" y="169"/>
                      <a:pt x="0" y="172"/>
                    </a:cubicBezTo>
                    <a:cubicBezTo>
                      <a:pt x="0" y="266"/>
                      <a:pt x="77" y="343"/>
                      <a:pt x="171" y="343"/>
                    </a:cubicBezTo>
                    <a:cubicBezTo>
                      <a:pt x="266" y="343"/>
                      <a:pt x="342" y="266"/>
                      <a:pt x="342" y="172"/>
                    </a:cubicBezTo>
                    <a:cubicBezTo>
                      <a:pt x="342" y="90"/>
                      <a:pt x="285" y="22"/>
                      <a:pt x="209" y="5"/>
                    </a:cubicBezTo>
                    <a:close/>
                    <a:moveTo>
                      <a:pt x="171" y="300"/>
                    </a:moveTo>
                    <a:cubicBezTo>
                      <a:pt x="100" y="300"/>
                      <a:pt x="43" y="242"/>
                      <a:pt x="43" y="172"/>
                    </a:cubicBezTo>
                    <a:cubicBezTo>
                      <a:pt x="43" y="170"/>
                      <a:pt x="43" y="168"/>
                      <a:pt x="43" y="167"/>
                    </a:cubicBezTo>
                    <a:cubicBezTo>
                      <a:pt x="43" y="165"/>
                      <a:pt x="43" y="164"/>
                      <a:pt x="43" y="162"/>
                    </a:cubicBezTo>
                    <a:cubicBezTo>
                      <a:pt x="44" y="159"/>
                      <a:pt x="44" y="155"/>
                      <a:pt x="45" y="152"/>
                    </a:cubicBezTo>
                    <a:cubicBezTo>
                      <a:pt x="45" y="151"/>
                      <a:pt x="45" y="149"/>
                      <a:pt x="45" y="148"/>
                    </a:cubicBezTo>
                    <a:cubicBezTo>
                      <a:pt x="46" y="147"/>
                      <a:pt x="46" y="146"/>
                      <a:pt x="46" y="144"/>
                    </a:cubicBezTo>
                    <a:cubicBezTo>
                      <a:pt x="46" y="143"/>
                      <a:pt x="47" y="142"/>
                      <a:pt x="47" y="140"/>
                    </a:cubicBezTo>
                    <a:cubicBezTo>
                      <a:pt x="48" y="138"/>
                      <a:pt x="48" y="135"/>
                      <a:pt x="49" y="133"/>
                    </a:cubicBezTo>
                    <a:cubicBezTo>
                      <a:pt x="65" y="81"/>
                      <a:pt x="114" y="44"/>
                      <a:pt x="171" y="44"/>
                    </a:cubicBezTo>
                    <a:cubicBezTo>
                      <a:pt x="180" y="44"/>
                      <a:pt x="188" y="44"/>
                      <a:pt x="196" y="46"/>
                    </a:cubicBezTo>
                    <a:cubicBezTo>
                      <a:pt x="197" y="46"/>
                      <a:pt x="199" y="47"/>
                      <a:pt x="200" y="47"/>
                    </a:cubicBezTo>
                    <a:cubicBezTo>
                      <a:pt x="201" y="47"/>
                      <a:pt x="201" y="47"/>
                      <a:pt x="202" y="47"/>
                    </a:cubicBezTo>
                    <a:cubicBezTo>
                      <a:pt x="203" y="48"/>
                      <a:pt x="205" y="48"/>
                      <a:pt x="206" y="48"/>
                    </a:cubicBezTo>
                    <a:cubicBezTo>
                      <a:pt x="206" y="49"/>
                      <a:pt x="206" y="49"/>
                      <a:pt x="206" y="49"/>
                    </a:cubicBezTo>
                    <a:cubicBezTo>
                      <a:pt x="208" y="49"/>
                      <a:pt x="210" y="50"/>
                      <a:pt x="212" y="50"/>
                    </a:cubicBezTo>
                    <a:cubicBezTo>
                      <a:pt x="212" y="50"/>
                      <a:pt x="212" y="50"/>
                      <a:pt x="212" y="50"/>
                    </a:cubicBezTo>
                    <a:cubicBezTo>
                      <a:pt x="214" y="51"/>
                      <a:pt x="215" y="51"/>
                      <a:pt x="217" y="52"/>
                    </a:cubicBezTo>
                    <a:cubicBezTo>
                      <a:pt x="218" y="53"/>
                      <a:pt x="220" y="53"/>
                      <a:pt x="222" y="54"/>
                    </a:cubicBezTo>
                    <a:cubicBezTo>
                      <a:pt x="224" y="55"/>
                      <a:pt x="225" y="56"/>
                      <a:pt x="227" y="56"/>
                    </a:cubicBezTo>
                    <a:cubicBezTo>
                      <a:pt x="227" y="56"/>
                      <a:pt x="227" y="56"/>
                      <a:pt x="227" y="56"/>
                    </a:cubicBezTo>
                    <a:cubicBezTo>
                      <a:pt x="229" y="57"/>
                      <a:pt x="230" y="58"/>
                      <a:pt x="232" y="59"/>
                    </a:cubicBezTo>
                    <a:cubicBezTo>
                      <a:pt x="232" y="59"/>
                      <a:pt x="232" y="59"/>
                      <a:pt x="232" y="59"/>
                    </a:cubicBezTo>
                    <a:cubicBezTo>
                      <a:pt x="234" y="60"/>
                      <a:pt x="235" y="61"/>
                      <a:pt x="237" y="62"/>
                    </a:cubicBezTo>
                    <a:cubicBezTo>
                      <a:pt x="238" y="63"/>
                      <a:pt x="240" y="64"/>
                      <a:pt x="241" y="65"/>
                    </a:cubicBezTo>
                    <a:cubicBezTo>
                      <a:pt x="243" y="65"/>
                      <a:pt x="244" y="66"/>
                      <a:pt x="245" y="67"/>
                    </a:cubicBezTo>
                    <a:cubicBezTo>
                      <a:pt x="246" y="68"/>
                      <a:pt x="246" y="68"/>
                      <a:pt x="246" y="68"/>
                    </a:cubicBezTo>
                    <a:cubicBezTo>
                      <a:pt x="249" y="70"/>
                      <a:pt x="252" y="72"/>
                      <a:pt x="254" y="74"/>
                    </a:cubicBezTo>
                    <a:cubicBezTo>
                      <a:pt x="256" y="75"/>
                      <a:pt x="257" y="77"/>
                      <a:pt x="258" y="78"/>
                    </a:cubicBezTo>
                    <a:cubicBezTo>
                      <a:pt x="260" y="79"/>
                      <a:pt x="261" y="80"/>
                      <a:pt x="262" y="82"/>
                    </a:cubicBezTo>
                    <a:cubicBezTo>
                      <a:pt x="264" y="83"/>
                      <a:pt x="265" y="84"/>
                      <a:pt x="266" y="86"/>
                    </a:cubicBezTo>
                    <a:cubicBezTo>
                      <a:pt x="267" y="87"/>
                      <a:pt x="269" y="89"/>
                      <a:pt x="270" y="90"/>
                    </a:cubicBezTo>
                    <a:cubicBezTo>
                      <a:pt x="271" y="91"/>
                      <a:pt x="272" y="92"/>
                      <a:pt x="273" y="93"/>
                    </a:cubicBezTo>
                    <a:cubicBezTo>
                      <a:pt x="274" y="95"/>
                      <a:pt x="275" y="97"/>
                      <a:pt x="276" y="99"/>
                    </a:cubicBezTo>
                    <a:cubicBezTo>
                      <a:pt x="277" y="100"/>
                      <a:pt x="278" y="101"/>
                      <a:pt x="279" y="103"/>
                    </a:cubicBezTo>
                    <a:cubicBezTo>
                      <a:pt x="279" y="103"/>
                      <a:pt x="279" y="103"/>
                      <a:pt x="279" y="103"/>
                    </a:cubicBezTo>
                    <a:cubicBezTo>
                      <a:pt x="280" y="104"/>
                      <a:pt x="281" y="106"/>
                      <a:pt x="282" y="107"/>
                    </a:cubicBezTo>
                    <a:cubicBezTo>
                      <a:pt x="282" y="108"/>
                      <a:pt x="282" y="108"/>
                      <a:pt x="282" y="108"/>
                    </a:cubicBezTo>
                    <a:cubicBezTo>
                      <a:pt x="283" y="109"/>
                      <a:pt x="284" y="111"/>
                      <a:pt x="285" y="112"/>
                    </a:cubicBezTo>
                    <a:cubicBezTo>
                      <a:pt x="286" y="114"/>
                      <a:pt x="286" y="116"/>
                      <a:pt x="287" y="117"/>
                    </a:cubicBezTo>
                    <a:cubicBezTo>
                      <a:pt x="288" y="119"/>
                      <a:pt x="289" y="120"/>
                      <a:pt x="289" y="122"/>
                    </a:cubicBezTo>
                    <a:cubicBezTo>
                      <a:pt x="289" y="122"/>
                      <a:pt x="289" y="122"/>
                      <a:pt x="289" y="122"/>
                    </a:cubicBezTo>
                    <a:cubicBezTo>
                      <a:pt x="290" y="124"/>
                      <a:pt x="291" y="126"/>
                      <a:pt x="291" y="127"/>
                    </a:cubicBezTo>
                    <a:cubicBezTo>
                      <a:pt x="292" y="129"/>
                      <a:pt x="293" y="131"/>
                      <a:pt x="293" y="133"/>
                    </a:cubicBezTo>
                    <a:cubicBezTo>
                      <a:pt x="294" y="135"/>
                      <a:pt x="294" y="136"/>
                      <a:pt x="295" y="138"/>
                    </a:cubicBezTo>
                    <a:cubicBezTo>
                      <a:pt x="295" y="139"/>
                      <a:pt x="296" y="141"/>
                      <a:pt x="296" y="142"/>
                    </a:cubicBezTo>
                    <a:cubicBezTo>
                      <a:pt x="296" y="143"/>
                      <a:pt x="296" y="144"/>
                      <a:pt x="296" y="144"/>
                    </a:cubicBezTo>
                    <a:cubicBezTo>
                      <a:pt x="297" y="146"/>
                      <a:pt x="297" y="147"/>
                      <a:pt x="297" y="149"/>
                    </a:cubicBezTo>
                    <a:cubicBezTo>
                      <a:pt x="297" y="149"/>
                      <a:pt x="297" y="149"/>
                      <a:pt x="297" y="149"/>
                    </a:cubicBezTo>
                    <a:cubicBezTo>
                      <a:pt x="298" y="151"/>
                      <a:pt x="298" y="152"/>
                      <a:pt x="298" y="154"/>
                    </a:cubicBezTo>
                    <a:cubicBezTo>
                      <a:pt x="298" y="154"/>
                      <a:pt x="298" y="155"/>
                      <a:pt x="298" y="155"/>
                    </a:cubicBezTo>
                    <a:cubicBezTo>
                      <a:pt x="298" y="157"/>
                      <a:pt x="299" y="158"/>
                      <a:pt x="299" y="160"/>
                    </a:cubicBezTo>
                    <a:cubicBezTo>
                      <a:pt x="299" y="160"/>
                      <a:pt x="299" y="160"/>
                      <a:pt x="299" y="160"/>
                    </a:cubicBezTo>
                    <a:cubicBezTo>
                      <a:pt x="299" y="164"/>
                      <a:pt x="299" y="168"/>
                      <a:pt x="299" y="172"/>
                    </a:cubicBezTo>
                    <a:cubicBezTo>
                      <a:pt x="299" y="242"/>
                      <a:pt x="242" y="300"/>
                      <a:pt x="171" y="30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" name="Google Shape;417;p18"/>
              <p:cNvSpPr/>
              <p:nvPr/>
            </p:nvSpPr>
            <p:spPr>
              <a:xfrm>
                <a:off x="4926026" y="1506961"/>
                <a:ext cx="299440" cy="295613"/>
              </a:xfrm>
              <a:custGeom>
                <a:avLst/>
                <a:gdLst/>
                <a:ahLst/>
                <a:cxnLst/>
                <a:rect l="l" t="t" r="r" b="b"/>
                <a:pathLst>
                  <a:path w="342" h="338" extrusionOk="0">
                    <a:moveTo>
                      <a:pt x="209" y="0"/>
                    </a:moveTo>
                    <a:cubicBezTo>
                      <a:pt x="196" y="41"/>
                      <a:pt x="196" y="41"/>
                      <a:pt x="196" y="41"/>
                    </a:cubicBezTo>
                    <a:cubicBezTo>
                      <a:pt x="197" y="41"/>
                      <a:pt x="199" y="42"/>
                      <a:pt x="200" y="42"/>
                    </a:cubicBezTo>
                    <a:cubicBezTo>
                      <a:pt x="201" y="42"/>
                      <a:pt x="201" y="42"/>
                      <a:pt x="202" y="42"/>
                    </a:cubicBezTo>
                    <a:cubicBezTo>
                      <a:pt x="203" y="43"/>
                      <a:pt x="205" y="43"/>
                      <a:pt x="206" y="43"/>
                    </a:cubicBezTo>
                    <a:cubicBezTo>
                      <a:pt x="206" y="44"/>
                      <a:pt x="206" y="44"/>
                      <a:pt x="206" y="44"/>
                    </a:cubicBezTo>
                    <a:cubicBezTo>
                      <a:pt x="208" y="44"/>
                      <a:pt x="210" y="45"/>
                      <a:pt x="212" y="45"/>
                    </a:cubicBezTo>
                    <a:cubicBezTo>
                      <a:pt x="212" y="45"/>
                      <a:pt x="212" y="45"/>
                      <a:pt x="212" y="45"/>
                    </a:cubicBezTo>
                    <a:cubicBezTo>
                      <a:pt x="214" y="46"/>
                      <a:pt x="215" y="46"/>
                      <a:pt x="217" y="47"/>
                    </a:cubicBezTo>
                    <a:cubicBezTo>
                      <a:pt x="219" y="48"/>
                      <a:pt x="220" y="48"/>
                      <a:pt x="222" y="49"/>
                    </a:cubicBezTo>
                    <a:cubicBezTo>
                      <a:pt x="224" y="50"/>
                      <a:pt x="225" y="51"/>
                      <a:pt x="227" y="51"/>
                    </a:cubicBezTo>
                    <a:cubicBezTo>
                      <a:pt x="227" y="51"/>
                      <a:pt x="227" y="51"/>
                      <a:pt x="227" y="51"/>
                    </a:cubicBezTo>
                    <a:cubicBezTo>
                      <a:pt x="229" y="52"/>
                      <a:pt x="230" y="53"/>
                      <a:pt x="232" y="54"/>
                    </a:cubicBezTo>
                    <a:cubicBezTo>
                      <a:pt x="232" y="54"/>
                      <a:pt x="232" y="54"/>
                      <a:pt x="232" y="54"/>
                    </a:cubicBezTo>
                    <a:cubicBezTo>
                      <a:pt x="234" y="55"/>
                      <a:pt x="235" y="56"/>
                      <a:pt x="237" y="57"/>
                    </a:cubicBezTo>
                    <a:cubicBezTo>
                      <a:pt x="238" y="58"/>
                      <a:pt x="240" y="58"/>
                      <a:pt x="241" y="60"/>
                    </a:cubicBezTo>
                    <a:cubicBezTo>
                      <a:pt x="243" y="60"/>
                      <a:pt x="244" y="61"/>
                      <a:pt x="245" y="62"/>
                    </a:cubicBezTo>
                    <a:cubicBezTo>
                      <a:pt x="246" y="63"/>
                      <a:pt x="246" y="63"/>
                      <a:pt x="246" y="63"/>
                    </a:cubicBezTo>
                    <a:cubicBezTo>
                      <a:pt x="249" y="65"/>
                      <a:pt x="252" y="67"/>
                      <a:pt x="254" y="69"/>
                    </a:cubicBezTo>
                    <a:cubicBezTo>
                      <a:pt x="256" y="70"/>
                      <a:pt x="257" y="72"/>
                      <a:pt x="258" y="73"/>
                    </a:cubicBezTo>
                    <a:cubicBezTo>
                      <a:pt x="260" y="74"/>
                      <a:pt x="261" y="75"/>
                      <a:pt x="262" y="77"/>
                    </a:cubicBezTo>
                    <a:cubicBezTo>
                      <a:pt x="264" y="78"/>
                      <a:pt x="265" y="79"/>
                      <a:pt x="266" y="81"/>
                    </a:cubicBezTo>
                    <a:cubicBezTo>
                      <a:pt x="267" y="82"/>
                      <a:pt x="269" y="84"/>
                      <a:pt x="270" y="85"/>
                    </a:cubicBezTo>
                    <a:cubicBezTo>
                      <a:pt x="271" y="86"/>
                      <a:pt x="272" y="87"/>
                      <a:pt x="273" y="88"/>
                    </a:cubicBezTo>
                    <a:cubicBezTo>
                      <a:pt x="274" y="90"/>
                      <a:pt x="275" y="92"/>
                      <a:pt x="276" y="93"/>
                    </a:cubicBezTo>
                    <a:cubicBezTo>
                      <a:pt x="277" y="95"/>
                      <a:pt x="278" y="96"/>
                      <a:pt x="279" y="98"/>
                    </a:cubicBezTo>
                    <a:cubicBezTo>
                      <a:pt x="279" y="98"/>
                      <a:pt x="279" y="98"/>
                      <a:pt x="279" y="98"/>
                    </a:cubicBezTo>
                    <a:cubicBezTo>
                      <a:pt x="280" y="99"/>
                      <a:pt x="281" y="101"/>
                      <a:pt x="282" y="102"/>
                    </a:cubicBezTo>
                    <a:cubicBezTo>
                      <a:pt x="282" y="103"/>
                      <a:pt x="282" y="103"/>
                      <a:pt x="282" y="103"/>
                    </a:cubicBezTo>
                    <a:cubicBezTo>
                      <a:pt x="283" y="104"/>
                      <a:pt x="284" y="106"/>
                      <a:pt x="285" y="107"/>
                    </a:cubicBezTo>
                    <a:cubicBezTo>
                      <a:pt x="286" y="109"/>
                      <a:pt x="286" y="110"/>
                      <a:pt x="287" y="112"/>
                    </a:cubicBezTo>
                    <a:cubicBezTo>
                      <a:pt x="288" y="114"/>
                      <a:pt x="289" y="115"/>
                      <a:pt x="289" y="117"/>
                    </a:cubicBezTo>
                    <a:cubicBezTo>
                      <a:pt x="289" y="117"/>
                      <a:pt x="289" y="117"/>
                      <a:pt x="289" y="117"/>
                    </a:cubicBezTo>
                    <a:cubicBezTo>
                      <a:pt x="290" y="119"/>
                      <a:pt x="291" y="121"/>
                      <a:pt x="291" y="122"/>
                    </a:cubicBezTo>
                    <a:cubicBezTo>
                      <a:pt x="292" y="124"/>
                      <a:pt x="293" y="126"/>
                      <a:pt x="293" y="128"/>
                    </a:cubicBezTo>
                    <a:cubicBezTo>
                      <a:pt x="294" y="130"/>
                      <a:pt x="294" y="131"/>
                      <a:pt x="295" y="133"/>
                    </a:cubicBezTo>
                    <a:cubicBezTo>
                      <a:pt x="295" y="134"/>
                      <a:pt x="296" y="136"/>
                      <a:pt x="296" y="137"/>
                    </a:cubicBezTo>
                    <a:cubicBezTo>
                      <a:pt x="296" y="138"/>
                      <a:pt x="296" y="139"/>
                      <a:pt x="296" y="139"/>
                    </a:cubicBezTo>
                    <a:cubicBezTo>
                      <a:pt x="297" y="141"/>
                      <a:pt x="297" y="142"/>
                      <a:pt x="297" y="144"/>
                    </a:cubicBezTo>
                    <a:cubicBezTo>
                      <a:pt x="297" y="144"/>
                      <a:pt x="297" y="144"/>
                      <a:pt x="297" y="144"/>
                    </a:cubicBezTo>
                    <a:cubicBezTo>
                      <a:pt x="298" y="146"/>
                      <a:pt x="298" y="147"/>
                      <a:pt x="298" y="149"/>
                    </a:cubicBezTo>
                    <a:cubicBezTo>
                      <a:pt x="298" y="149"/>
                      <a:pt x="298" y="150"/>
                      <a:pt x="298" y="150"/>
                    </a:cubicBezTo>
                    <a:cubicBezTo>
                      <a:pt x="298" y="152"/>
                      <a:pt x="299" y="153"/>
                      <a:pt x="299" y="155"/>
                    </a:cubicBezTo>
                    <a:cubicBezTo>
                      <a:pt x="299" y="155"/>
                      <a:pt x="299" y="155"/>
                      <a:pt x="299" y="155"/>
                    </a:cubicBezTo>
                    <a:cubicBezTo>
                      <a:pt x="299" y="159"/>
                      <a:pt x="299" y="163"/>
                      <a:pt x="299" y="167"/>
                    </a:cubicBezTo>
                    <a:cubicBezTo>
                      <a:pt x="299" y="170"/>
                      <a:pt x="299" y="172"/>
                      <a:pt x="299" y="175"/>
                    </a:cubicBezTo>
                    <a:cubicBezTo>
                      <a:pt x="295" y="242"/>
                      <a:pt x="239" y="295"/>
                      <a:pt x="171" y="295"/>
                    </a:cubicBezTo>
                    <a:cubicBezTo>
                      <a:pt x="100" y="295"/>
                      <a:pt x="43" y="237"/>
                      <a:pt x="43" y="167"/>
                    </a:cubicBezTo>
                    <a:cubicBezTo>
                      <a:pt x="43" y="165"/>
                      <a:pt x="43" y="163"/>
                      <a:pt x="43" y="162"/>
                    </a:cubicBezTo>
                    <a:cubicBezTo>
                      <a:pt x="43" y="160"/>
                      <a:pt x="43" y="159"/>
                      <a:pt x="43" y="157"/>
                    </a:cubicBezTo>
                    <a:cubicBezTo>
                      <a:pt x="44" y="154"/>
                      <a:pt x="44" y="150"/>
                      <a:pt x="45" y="147"/>
                    </a:cubicBezTo>
                    <a:cubicBezTo>
                      <a:pt x="45" y="146"/>
                      <a:pt x="45" y="144"/>
                      <a:pt x="45" y="143"/>
                    </a:cubicBezTo>
                    <a:cubicBezTo>
                      <a:pt x="45" y="142"/>
                      <a:pt x="46" y="140"/>
                      <a:pt x="46" y="139"/>
                    </a:cubicBezTo>
                    <a:cubicBezTo>
                      <a:pt x="46" y="138"/>
                      <a:pt x="47" y="137"/>
                      <a:pt x="47" y="135"/>
                    </a:cubicBezTo>
                    <a:cubicBezTo>
                      <a:pt x="48" y="133"/>
                      <a:pt x="48" y="131"/>
                      <a:pt x="49" y="128"/>
                    </a:cubicBezTo>
                    <a:cubicBezTo>
                      <a:pt x="6" y="121"/>
                      <a:pt x="6" y="121"/>
                      <a:pt x="6" y="121"/>
                    </a:cubicBezTo>
                    <a:cubicBezTo>
                      <a:pt x="6" y="123"/>
                      <a:pt x="5" y="125"/>
                      <a:pt x="5" y="126"/>
                    </a:cubicBezTo>
                    <a:cubicBezTo>
                      <a:pt x="4" y="128"/>
                      <a:pt x="4" y="130"/>
                      <a:pt x="3" y="132"/>
                    </a:cubicBezTo>
                    <a:cubicBezTo>
                      <a:pt x="3" y="132"/>
                      <a:pt x="3" y="132"/>
                      <a:pt x="3" y="132"/>
                    </a:cubicBezTo>
                    <a:cubicBezTo>
                      <a:pt x="3" y="134"/>
                      <a:pt x="3" y="136"/>
                      <a:pt x="2" y="137"/>
                    </a:cubicBezTo>
                    <a:cubicBezTo>
                      <a:pt x="2" y="138"/>
                      <a:pt x="2" y="138"/>
                      <a:pt x="2" y="138"/>
                    </a:cubicBezTo>
                    <a:cubicBezTo>
                      <a:pt x="2" y="140"/>
                      <a:pt x="2" y="142"/>
                      <a:pt x="2" y="143"/>
                    </a:cubicBezTo>
                    <a:cubicBezTo>
                      <a:pt x="1" y="145"/>
                      <a:pt x="1" y="147"/>
                      <a:pt x="1" y="148"/>
                    </a:cubicBezTo>
                    <a:cubicBezTo>
                      <a:pt x="1" y="149"/>
                      <a:pt x="1" y="149"/>
                      <a:pt x="1" y="150"/>
                    </a:cubicBezTo>
                    <a:cubicBezTo>
                      <a:pt x="1" y="151"/>
                      <a:pt x="0" y="153"/>
                      <a:pt x="0" y="155"/>
                    </a:cubicBezTo>
                    <a:cubicBezTo>
                      <a:pt x="0" y="157"/>
                      <a:pt x="0" y="158"/>
                      <a:pt x="0" y="160"/>
                    </a:cubicBezTo>
                    <a:cubicBezTo>
                      <a:pt x="0" y="162"/>
                      <a:pt x="0" y="164"/>
                      <a:pt x="0" y="167"/>
                    </a:cubicBezTo>
                    <a:cubicBezTo>
                      <a:pt x="0" y="261"/>
                      <a:pt x="77" y="338"/>
                      <a:pt x="171" y="338"/>
                    </a:cubicBezTo>
                    <a:cubicBezTo>
                      <a:pt x="263" y="338"/>
                      <a:pt x="338" y="266"/>
                      <a:pt x="342" y="175"/>
                    </a:cubicBezTo>
                    <a:cubicBezTo>
                      <a:pt x="342" y="172"/>
                      <a:pt x="342" y="170"/>
                      <a:pt x="342" y="167"/>
                    </a:cubicBezTo>
                    <a:cubicBezTo>
                      <a:pt x="342" y="85"/>
                      <a:pt x="285" y="17"/>
                      <a:pt x="20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" name="Google Shape;418;p18"/>
              <p:cNvSpPr/>
              <p:nvPr/>
            </p:nvSpPr>
            <p:spPr>
              <a:xfrm>
                <a:off x="5076224" y="1660030"/>
                <a:ext cx="149241" cy="142545"/>
              </a:xfrm>
              <a:custGeom>
                <a:avLst/>
                <a:gdLst/>
                <a:ahLst/>
                <a:cxnLst/>
                <a:rect l="l" t="t" r="r" b="b"/>
                <a:pathLst>
                  <a:path w="171" h="163" extrusionOk="0">
                    <a:moveTo>
                      <a:pt x="171" y="0"/>
                    </a:moveTo>
                    <a:cubicBezTo>
                      <a:pt x="167" y="91"/>
                      <a:pt x="92" y="163"/>
                      <a:pt x="0" y="163"/>
                    </a:cubicBezTo>
                    <a:cubicBezTo>
                      <a:pt x="0" y="120"/>
                      <a:pt x="0" y="120"/>
                      <a:pt x="0" y="120"/>
                    </a:cubicBezTo>
                    <a:cubicBezTo>
                      <a:pt x="68" y="120"/>
                      <a:pt x="124" y="67"/>
                      <a:pt x="128" y="0"/>
                    </a:cubicBezTo>
                    <a:lnTo>
                      <a:pt x="17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" name="Google Shape;419;p18"/>
              <p:cNvSpPr/>
              <p:nvPr/>
            </p:nvSpPr>
            <p:spPr>
              <a:xfrm>
                <a:off x="5313479" y="1549055"/>
                <a:ext cx="4125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" name="Google Shape;420;p18"/>
              <p:cNvSpPr/>
              <p:nvPr/>
            </p:nvSpPr>
            <p:spPr>
              <a:xfrm>
                <a:off x="5313479" y="1610282"/>
                <a:ext cx="4125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" name="Google Shape;421;p18"/>
              <p:cNvSpPr/>
              <p:nvPr/>
            </p:nvSpPr>
            <p:spPr>
              <a:xfrm>
                <a:off x="5313479" y="1671510"/>
                <a:ext cx="3234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" name="Google Shape;422;p18"/>
              <p:cNvSpPr/>
              <p:nvPr/>
            </p:nvSpPr>
            <p:spPr>
              <a:xfrm>
                <a:off x="5313479" y="1732737"/>
                <a:ext cx="205800" cy="240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" name="Google Shape;423;p18"/>
              <p:cNvSpPr/>
              <p:nvPr/>
            </p:nvSpPr>
            <p:spPr>
              <a:xfrm>
                <a:off x="4970989" y="1884848"/>
                <a:ext cx="14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" name="Google Shape;424;p18"/>
              <p:cNvSpPr/>
              <p:nvPr/>
            </p:nvSpPr>
            <p:spPr>
              <a:xfrm>
                <a:off x="4889672" y="1867628"/>
                <a:ext cx="57600" cy="57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" name="Google Shape;425;p18"/>
              <p:cNvSpPr/>
              <p:nvPr/>
            </p:nvSpPr>
            <p:spPr>
              <a:xfrm>
                <a:off x="5257036" y="1884848"/>
                <a:ext cx="14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" name="Google Shape;426;p18"/>
              <p:cNvSpPr/>
              <p:nvPr/>
            </p:nvSpPr>
            <p:spPr>
              <a:xfrm>
                <a:off x="5175718" y="1867628"/>
                <a:ext cx="57600" cy="5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" name="Google Shape;427;p18"/>
              <p:cNvSpPr/>
              <p:nvPr/>
            </p:nvSpPr>
            <p:spPr>
              <a:xfrm>
                <a:off x="5543081" y="1884848"/>
                <a:ext cx="1446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" name="Google Shape;428;p18"/>
              <p:cNvSpPr/>
              <p:nvPr/>
            </p:nvSpPr>
            <p:spPr>
              <a:xfrm>
                <a:off x="5461764" y="1867628"/>
                <a:ext cx="56400" cy="57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0" name="Google Shape;510;p22"/>
          <p:cNvGrpSpPr/>
          <p:nvPr/>
        </p:nvGrpSpPr>
        <p:grpSpPr>
          <a:xfrm>
            <a:off x="-2106233" y="-952769"/>
            <a:ext cx="12545486" cy="8509944"/>
            <a:chOff x="-2106233" y="-952769"/>
            <a:chExt cx="12545486" cy="8509944"/>
          </a:xfrm>
        </p:grpSpPr>
        <p:sp>
          <p:nvSpPr>
            <p:cNvPr id="511" name="Google Shape;511;p22"/>
            <p:cNvSpPr/>
            <p:nvPr/>
          </p:nvSpPr>
          <p:spPr>
            <a:xfrm rot="7341459" flipH="1">
              <a:off x="-1767562" y="4061175"/>
              <a:ext cx="3409980" cy="2678150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Google Shape;512;p22"/>
            <p:cNvSpPr/>
            <p:nvPr/>
          </p:nvSpPr>
          <p:spPr>
            <a:xfrm rot="10245665">
              <a:off x="8058163" y="-784291"/>
              <a:ext cx="2247692" cy="1843349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3" name="Google Shape;513;p22"/>
          <p:cNvGrpSpPr/>
          <p:nvPr/>
        </p:nvGrpSpPr>
        <p:grpSpPr>
          <a:xfrm>
            <a:off x="1087005" y="172450"/>
            <a:ext cx="7905012" cy="4753945"/>
            <a:chOff x="1087005" y="172450"/>
            <a:chExt cx="7905012" cy="4753945"/>
          </a:xfrm>
        </p:grpSpPr>
        <p:sp>
          <p:nvSpPr>
            <p:cNvPr id="514" name="Google Shape;514;p22"/>
            <p:cNvSpPr/>
            <p:nvPr/>
          </p:nvSpPr>
          <p:spPr>
            <a:xfrm flipH="1">
              <a:off x="1087005" y="46039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p22"/>
            <p:cNvSpPr/>
            <p:nvPr/>
          </p:nvSpPr>
          <p:spPr>
            <a:xfrm flipH="1">
              <a:off x="8665343" y="7704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p22"/>
            <p:cNvSpPr/>
            <p:nvPr/>
          </p:nvSpPr>
          <p:spPr>
            <a:xfrm flipH="1">
              <a:off x="8430782" y="172450"/>
              <a:ext cx="184575" cy="18215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7" name="Google Shape;517;p22"/>
          <p:cNvGrpSpPr/>
          <p:nvPr/>
        </p:nvGrpSpPr>
        <p:grpSpPr>
          <a:xfrm>
            <a:off x="-335165" y="3759862"/>
            <a:ext cx="1253120" cy="1142272"/>
            <a:chOff x="-335165" y="3759862"/>
            <a:chExt cx="1253120" cy="1142272"/>
          </a:xfrm>
        </p:grpSpPr>
        <p:grpSp>
          <p:nvGrpSpPr>
            <p:cNvPr id="518" name="Google Shape;518;p22"/>
            <p:cNvGrpSpPr/>
            <p:nvPr/>
          </p:nvGrpSpPr>
          <p:grpSpPr>
            <a:xfrm flipH="1">
              <a:off x="510249" y="4497559"/>
              <a:ext cx="407706" cy="388498"/>
              <a:chOff x="2884583" y="645291"/>
              <a:chExt cx="285089" cy="271696"/>
            </a:xfrm>
          </p:grpSpPr>
          <p:sp>
            <p:nvSpPr>
              <p:cNvPr id="519" name="Google Shape;519;p22"/>
              <p:cNvSpPr/>
              <p:nvPr/>
            </p:nvSpPr>
            <p:spPr>
              <a:xfrm>
                <a:off x="2905629" y="652944"/>
                <a:ext cx="264042" cy="264042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" name="Google Shape;520;p22"/>
              <p:cNvSpPr/>
              <p:nvPr/>
            </p:nvSpPr>
            <p:spPr>
              <a:xfrm>
                <a:off x="2884583" y="645291"/>
                <a:ext cx="130108" cy="123412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1" name="Google Shape;521;p22"/>
            <p:cNvGrpSpPr/>
            <p:nvPr/>
          </p:nvGrpSpPr>
          <p:grpSpPr>
            <a:xfrm>
              <a:off x="-335165" y="3759862"/>
              <a:ext cx="676370" cy="1142272"/>
              <a:chOff x="2757910" y="1240337"/>
              <a:chExt cx="676370" cy="1142272"/>
            </a:xfrm>
          </p:grpSpPr>
          <p:sp>
            <p:nvSpPr>
              <p:cNvPr id="522" name="Google Shape;522;p22"/>
              <p:cNvSpPr/>
              <p:nvPr/>
            </p:nvSpPr>
            <p:spPr>
              <a:xfrm>
                <a:off x="2757910" y="1240337"/>
                <a:ext cx="676370" cy="870576"/>
              </a:xfrm>
              <a:custGeom>
                <a:avLst/>
                <a:gdLst/>
                <a:ahLst/>
                <a:cxnLst/>
                <a:rect l="l" t="t" r="r" b="b"/>
                <a:pathLst>
                  <a:path w="774" h="996" extrusionOk="0">
                    <a:moveTo>
                      <a:pt x="774" y="387"/>
                    </a:moveTo>
                    <a:cubicBezTo>
                      <a:pt x="774" y="173"/>
                      <a:pt x="601" y="0"/>
                      <a:pt x="387" y="0"/>
                    </a:cubicBezTo>
                    <a:cubicBezTo>
                      <a:pt x="173" y="0"/>
                      <a:pt x="0" y="173"/>
                      <a:pt x="0" y="387"/>
                    </a:cubicBezTo>
                    <a:cubicBezTo>
                      <a:pt x="0" y="462"/>
                      <a:pt x="22" y="533"/>
                      <a:pt x="59" y="592"/>
                    </a:cubicBezTo>
                    <a:cubicBezTo>
                      <a:pt x="59" y="592"/>
                      <a:pt x="59" y="592"/>
                      <a:pt x="59" y="592"/>
                    </a:cubicBezTo>
                    <a:cubicBezTo>
                      <a:pt x="59" y="592"/>
                      <a:pt x="61" y="595"/>
                      <a:pt x="64" y="600"/>
                    </a:cubicBezTo>
                    <a:cubicBezTo>
                      <a:pt x="65" y="602"/>
                      <a:pt x="66" y="603"/>
                      <a:pt x="67" y="605"/>
                    </a:cubicBezTo>
                    <a:cubicBezTo>
                      <a:pt x="99" y="654"/>
                      <a:pt x="211" y="835"/>
                      <a:pt x="211" y="996"/>
                    </a:cubicBezTo>
                    <a:cubicBezTo>
                      <a:pt x="334" y="996"/>
                      <a:pt x="334" y="996"/>
                      <a:pt x="334" y="996"/>
                    </a:cubicBezTo>
                    <a:cubicBezTo>
                      <a:pt x="464" y="996"/>
                      <a:pt x="464" y="996"/>
                      <a:pt x="464" y="996"/>
                    </a:cubicBezTo>
                    <a:cubicBezTo>
                      <a:pt x="563" y="996"/>
                      <a:pt x="563" y="996"/>
                      <a:pt x="563" y="996"/>
                    </a:cubicBezTo>
                    <a:cubicBezTo>
                      <a:pt x="563" y="808"/>
                      <a:pt x="716" y="592"/>
                      <a:pt x="716" y="592"/>
                    </a:cubicBezTo>
                    <a:cubicBezTo>
                      <a:pt x="716" y="592"/>
                      <a:pt x="716" y="592"/>
                      <a:pt x="716" y="592"/>
                    </a:cubicBezTo>
                    <a:cubicBezTo>
                      <a:pt x="753" y="533"/>
                      <a:pt x="774" y="462"/>
                      <a:pt x="774" y="387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3" name="Google Shape;523;p22"/>
              <p:cNvSpPr/>
              <p:nvPr/>
            </p:nvSpPr>
            <p:spPr>
              <a:xfrm>
                <a:off x="2940636" y="2078385"/>
                <a:ext cx="320487" cy="227689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38" extrusionOk="0">
                    <a:moveTo>
                      <a:pt x="196" y="0"/>
                    </a:moveTo>
                    <a:lnTo>
                      <a:pt x="139" y="0"/>
                    </a:lnTo>
                    <a:lnTo>
                      <a:pt x="0" y="0"/>
                    </a:lnTo>
                    <a:lnTo>
                      <a:pt x="0" y="165"/>
                    </a:lnTo>
                    <a:lnTo>
                      <a:pt x="90" y="238"/>
                    </a:lnTo>
                    <a:lnTo>
                      <a:pt x="139" y="238"/>
                    </a:lnTo>
                    <a:lnTo>
                      <a:pt x="196" y="238"/>
                    </a:lnTo>
                    <a:lnTo>
                      <a:pt x="245" y="238"/>
                    </a:lnTo>
                    <a:lnTo>
                      <a:pt x="335" y="165"/>
                    </a:lnTo>
                    <a:lnTo>
                      <a:pt x="335" y="0"/>
                    </a:lnTo>
                    <a:lnTo>
                      <a:pt x="19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4" name="Google Shape;524;p22"/>
              <p:cNvSpPr/>
              <p:nvPr/>
            </p:nvSpPr>
            <p:spPr>
              <a:xfrm>
                <a:off x="2924372" y="1697628"/>
                <a:ext cx="322400" cy="369276"/>
              </a:xfrm>
              <a:custGeom>
                <a:avLst/>
                <a:gdLst/>
                <a:ahLst/>
                <a:cxnLst/>
                <a:rect l="l" t="t" r="r" b="b"/>
                <a:pathLst>
                  <a:path w="369" h="422" extrusionOk="0">
                    <a:moveTo>
                      <a:pt x="103" y="422"/>
                    </a:moveTo>
                    <a:cubicBezTo>
                      <a:pt x="0" y="41"/>
                      <a:pt x="0" y="41"/>
                      <a:pt x="0" y="41"/>
                    </a:cubicBezTo>
                    <a:cubicBezTo>
                      <a:pt x="10" y="49"/>
                      <a:pt x="10" y="49"/>
                      <a:pt x="10" y="49"/>
                    </a:cubicBezTo>
                    <a:cubicBezTo>
                      <a:pt x="11" y="50"/>
                      <a:pt x="66" y="92"/>
                      <a:pt x="109" y="87"/>
                    </a:cubicBezTo>
                    <a:cubicBezTo>
                      <a:pt x="86" y="49"/>
                      <a:pt x="96" y="27"/>
                      <a:pt x="103" y="18"/>
                    </a:cubicBezTo>
                    <a:cubicBezTo>
                      <a:pt x="114" y="4"/>
                      <a:pt x="135" y="0"/>
                      <a:pt x="150" y="8"/>
                    </a:cubicBezTo>
                    <a:cubicBezTo>
                      <a:pt x="164" y="16"/>
                      <a:pt x="168" y="33"/>
                      <a:pt x="160" y="54"/>
                    </a:cubicBezTo>
                    <a:cubicBezTo>
                      <a:pt x="152" y="73"/>
                      <a:pt x="140" y="86"/>
                      <a:pt x="123" y="92"/>
                    </a:cubicBezTo>
                    <a:cubicBezTo>
                      <a:pt x="128" y="98"/>
                      <a:pt x="133" y="105"/>
                      <a:pt x="139" y="111"/>
                    </a:cubicBezTo>
                    <a:cubicBezTo>
                      <a:pt x="168" y="143"/>
                      <a:pt x="196" y="138"/>
                      <a:pt x="214" y="128"/>
                    </a:cubicBezTo>
                    <a:cubicBezTo>
                      <a:pt x="230" y="119"/>
                      <a:pt x="243" y="104"/>
                      <a:pt x="253" y="88"/>
                    </a:cubicBezTo>
                    <a:cubicBezTo>
                      <a:pt x="246" y="85"/>
                      <a:pt x="241" y="82"/>
                      <a:pt x="238" y="80"/>
                    </a:cubicBezTo>
                    <a:cubicBezTo>
                      <a:pt x="216" y="67"/>
                      <a:pt x="204" y="45"/>
                      <a:pt x="209" y="27"/>
                    </a:cubicBezTo>
                    <a:cubicBezTo>
                      <a:pt x="213" y="15"/>
                      <a:pt x="225" y="8"/>
                      <a:pt x="242" y="7"/>
                    </a:cubicBezTo>
                    <a:cubicBezTo>
                      <a:pt x="259" y="7"/>
                      <a:pt x="270" y="15"/>
                      <a:pt x="274" y="29"/>
                    </a:cubicBezTo>
                    <a:cubicBezTo>
                      <a:pt x="278" y="43"/>
                      <a:pt x="274" y="63"/>
                      <a:pt x="265" y="83"/>
                    </a:cubicBezTo>
                    <a:cubicBezTo>
                      <a:pt x="307" y="92"/>
                      <a:pt x="347" y="61"/>
                      <a:pt x="360" y="49"/>
                    </a:cubicBezTo>
                    <a:cubicBezTo>
                      <a:pt x="369" y="41"/>
                      <a:pt x="369" y="41"/>
                      <a:pt x="369" y="41"/>
                    </a:cubicBezTo>
                    <a:cubicBezTo>
                      <a:pt x="293" y="422"/>
                      <a:pt x="293" y="422"/>
                      <a:pt x="293" y="422"/>
                    </a:cubicBezTo>
                    <a:cubicBezTo>
                      <a:pt x="285" y="420"/>
                      <a:pt x="285" y="420"/>
                      <a:pt x="285" y="420"/>
                    </a:cubicBezTo>
                    <a:cubicBezTo>
                      <a:pt x="356" y="63"/>
                      <a:pt x="356" y="63"/>
                      <a:pt x="356" y="63"/>
                    </a:cubicBezTo>
                    <a:cubicBezTo>
                      <a:pt x="316" y="94"/>
                      <a:pt x="283" y="95"/>
                      <a:pt x="261" y="90"/>
                    </a:cubicBezTo>
                    <a:cubicBezTo>
                      <a:pt x="251" y="108"/>
                      <a:pt x="236" y="125"/>
                      <a:pt x="218" y="135"/>
                    </a:cubicBezTo>
                    <a:cubicBezTo>
                      <a:pt x="189" y="151"/>
                      <a:pt x="159" y="145"/>
                      <a:pt x="133" y="117"/>
                    </a:cubicBezTo>
                    <a:cubicBezTo>
                      <a:pt x="125" y="109"/>
                      <a:pt x="119" y="101"/>
                      <a:pt x="114" y="94"/>
                    </a:cubicBezTo>
                    <a:cubicBezTo>
                      <a:pt x="77" y="101"/>
                      <a:pt x="34" y="76"/>
                      <a:pt x="15" y="63"/>
                    </a:cubicBezTo>
                    <a:cubicBezTo>
                      <a:pt x="111" y="420"/>
                      <a:pt x="111" y="420"/>
                      <a:pt x="111" y="420"/>
                    </a:cubicBezTo>
                    <a:cubicBezTo>
                      <a:pt x="103" y="422"/>
                      <a:pt x="103" y="422"/>
                      <a:pt x="103" y="422"/>
                    </a:cubicBezTo>
                    <a:moveTo>
                      <a:pt x="133" y="12"/>
                    </a:moveTo>
                    <a:cubicBezTo>
                      <a:pt x="125" y="12"/>
                      <a:pt x="115" y="16"/>
                      <a:pt x="110" y="23"/>
                    </a:cubicBezTo>
                    <a:cubicBezTo>
                      <a:pt x="99" y="37"/>
                      <a:pt x="102" y="59"/>
                      <a:pt x="118" y="85"/>
                    </a:cubicBezTo>
                    <a:cubicBezTo>
                      <a:pt x="133" y="80"/>
                      <a:pt x="145" y="69"/>
                      <a:pt x="152" y="51"/>
                    </a:cubicBezTo>
                    <a:cubicBezTo>
                      <a:pt x="159" y="34"/>
                      <a:pt x="156" y="21"/>
                      <a:pt x="146" y="15"/>
                    </a:cubicBezTo>
                    <a:cubicBezTo>
                      <a:pt x="142" y="13"/>
                      <a:pt x="138" y="12"/>
                      <a:pt x="133" y="12"/>
                    </a:cubicBezTo>
                    <a:moveTo>
                      <a:pt x="244" y="16"/>
                    </a:moveTo>
                    <a:cubicBezTo>
                      <a:pt x="243" y="16"/>
                      <a:pt x="243" y="16"/>
                      <a:pt x="243" y="16"/>
                    </a:cubicBezTo>
                    <a:cubicBezTo>
                      <a:pt x="229" y="16"/>
                      <a:pt x="220" y="21"/>
                      <a:pt x="217" y="30"/>
                    </a:cubicBezTo>
                    <a:cubicBezTo>
                      <a:pt x="214" y="43"/>
                      <a:pt x="224" y="62"/>
                      <a:pt x="242" y="73"/>
                    </a:cubicBezTo>
                    <a:cubicBezTo>
                      <a:pt x="247" y="76"/>
                      <a:pt x="252" y="79"/>
                      <a:pt x="257" y="80"/>
                    </a:cubicBezTo>
                    <a:cubicBezTo>
                      <a:pt x="265" y="62"/>
                      <a:pt x="269" y="44"/>
                      <a:pt x="266" y="31"/>
                    </a:cubicBezTo>
                    <a:cubicBezTo>
                      <a:pt x="263" y="21"/>
                      <a:pt x="255" y="16"/>
                      <a:pt x="244" y="1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" name="Google Shape;525;p22"/>
              <p:cNvSpPr/>
              <p:nvPr/>
            </p:nvSpPr>
            <p:spPr>
              <a:xfrm>
                <a:off x="2942549" y="1733025"/>
                <a:ext cx="304223" cy="323357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69" extrusionOk="0">
                    <a:moveTo>
                      <a:pt x="0" y="77"/>
                    </a:moveTo>
                    <a:cubicBezTo>
                      <a:pt x="78" y="369"/>
                      <a:pt x="78" y="369"/>
                      <a:pt x="78" y="369"/>
                    </a:cubicBezTo>
                    <a:cubicBezTo>
                      <a:pt x="87" y="369"/>
                      <a:pt x="87" y="369"/>
                      <a:pt x="87" y="369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6" y="77"/>
                      <a:pt x="3" y="77"/>
                      <a:pt x="0" y="77"/>
                    </a:cubicBezTo>
                    <a:moveTo>
                      <a:pt x="348" y="0"/>
                    </a:moveTo>
                    <a:cubicBezTo>
                      <a:pt x="339" y="8"/>
                      <a:pt x="339" y="8"/>
                      <a:pt x="339" y="8"/>
                    </a:cubicBezTo>
                    <a:cubicBezTo>
                      <a:pt x="328" y="18"/>
                      <a:pt x="295" y="43"/>
                      <a:pt x="260" y="43"/>
                    </a:cubicBezTo>
                    <a:cubicBezTo>
                      <a:pt x="254" y="43"/>
                      <a:pt x="249" y="43"/>
                      <a:pt x="244" y="42"/>
                    </a:cubicBezTo>
                    <a:cubicBezTo>
                      <a:pt x="248" y="34"/>
                      <a:pt x="250" y="26"/>
                      <a:pt x="252" y="18"/>
                    </a:cubicBezTo>
                    <a:cubicBezTo>
                      <a:pt x="249" y="20"/>
                      <a:pt x="245" y="22"/>
                      <a:pt x="242" y="24"/>
                    </a:cubicBezTo>
                    <a:cubicBezTo>
                      <a:pt x="240" y="29"/>
                      <a:pt x="238" y="34"/>
                      <a:pt x="236" y="39"/>
                    </a:cubicBezTo>
                    <a:cubicBezTo>
                      <a:pt x="232" y="38"/>
                      <a:pt x="228" y="36"/>
                      <a:pt x="224" y="34"/>
                    </a:cubicBezTo>
                    <a:cubicBezTo>
                      <a:pt x="221" y="35"/>
                      <a:pt x="218" y="37"/>
                      <a:pt x="215" y="38"/>
                    </a:cubicBezTo>
                    <a:cubicBezTo>
                      <a:pt x="215" y="38"/>
                      <a:pt x="216" y="39"/>
                      <a:pt x="217" y="39"/>
                    </a:cubicBezTo>
                    <a:cubicBezTo>
                      <a:pt x="220" y="41"/>
                      <a:pt x="225" y="44"/>
                      <a:pt x="232" y="47"/>
                    </a:cubicBezTo>
                    <a:cubicBezTo>
                      <a:pt x="222" y="63"/>
                      <a:pt x="209" y="78"/>
                      <a:pt x="193" y="87"/>
                    </a:cubicBezTo>
                    <a:cubicBezTo>
                      <a:pt x="185" y="91"/>
                      <a:pt x="176" y="94"/>
                      <a:pt x="165" y="94"/>
                    </a:cubicBezTo>
                    <a:cubicBezTo>
                      <a:pt x="151" y="94"/>
                      <a:pt x="135" y="88"/>
                      <a:pt x="118" y="70"/>
                    </a:cubicBezTo>
                    <a:cubicBezTo>
                      <a:pt x="117" y="70"/>
                      <a:pt x="117" y="69"/>
                      <a:pt x="116" y="68"/>
                    </a:cubicBezTo>
                    <a:cubicBezTo>
                      <a:pt x="113" y="69"/>
                      <a:pt x="110" y="69"/>
                      <a:pt x="107" y="70"/>
                    </a:cubicBezTo>
                    <a:cubicBezTo>
                      <a:pt x="108" y="72"/>
                      <a:pt x="110" y="74"/>
                      <a:pt x="112" y="76"/>
                    </a:cubicBezTo>
                    <a:cubicBezTo>
                      <a:pt x="128" y="94"/>
                      <a:pt x="147" y="103"/>
                      <a:pt x="165" y="103"/>
                    </a:cubicBezTo>
                    <a:cubicBezTo>
                      <a:pt x="176" y="103"/>
                      <a:pt x="186" y="100"/>
                      <a:pt x="197" y="94"/>
                    </a:cubicBezTo>
                    <a:cubicBezTo>
                      <a:pt x="215" y="84"/>
                      <a:pt x="230" y="67"/>
                      <a:pt x="240" y="49"/>
                    </a:cubicBezTo>
                    <a:cubicBezTo>
                      <a:pt x="246" y="51"/>
                      <a:pt x="253" y="52"/>
                      <a:pt x="261" y="52"/>
                    </a:cubicBezTo>
                    <a:cubicBezTo>
                      <a:pt x="281" y="52"/>
                      <a:pt x="306" y="45"/>
                      <a:pt x="335" y="22"/>
                    </a:cubicBezTo>
                    <a:cubicBezTo>
                      <a:pt x="266" y="369"/>
                      <a:pt x="266" y="369"/>
                      <a:pt x="266" y="369"/>
                    </a:cubicBezTo>
                    <a:cubicBezTo>
                      <a:pt x="275" y="369"/>
                      <a:pt x="275" y="369"/>
                      <a:pt x="275" y="369"/>
                    </a:cubicBezTo>
                    <a:cubicBezTo>
                      <a:pt x="348" y="0"/>
                      <a:pt x="348" y="0"/>
                      <a:pt x="3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" name="Google Shape;526;p22"/>
              <p:cNvSpPr/>
              <p:nvPr/>
            </p:nvSpPr>
            <p:spPr>
              <a:xfrm>
                <a:off x="2904282" y="2056382"/>
                <a:ext cx="393194" cy="4018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6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7" name="Google Shape;527;p22"/>
              <p:cNvSpPr/>
              <p:nvPr/>
            </p:nvSpPr>
            <p:spPr>
              <a:xfrm>
                <a:off x="2904282" y="2118566"/>
                <a:ext cx="393194" cy="41137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7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1"/>
                      <a:pt x="0" y="23"/>
                    </a:cubicBezTo>
                    <a:cubicBezTo>
                      <a:pt x="0" y="36"/>
                      <a:pt x="12" y="47"/>
                      <a:pt x="25" y="47"/>
                    </a:cubicBezTo>
                    <a:cubicBezTo>
                      <a:pt x="425" y="47"/>
                      <a:pt x="425" y="47"/>
                      <a:pt x="425" y="47"/>
                    </a:cubicBezTo>
                    <a:cubicBezTo>
                      <a:pt x="438" y="47"/>
                      <a:pt x="450" y="36"/>
                      <a:pt x="450" y="23"/>
                    </a:cubicBezTo>
                    <a:cubicBezTo>
                      <a:pt x="450" y="11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8" name="Google Shape;528;p22"/>
              <p:cNvSpPr/>
              <p:nvPr/>
            </p:nvSpPr>
            <p:spPr>
              <a:xfrm>
                <a:off x="2904282" y="2181706"/>
                <a:ext cx="393194" cy="4018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6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9" name="Google Shape;529;p22"/>
              <p:cNvSpPr/>
              <p:nvPr/>
            </p:nvSpPr>
            <p:spPr>
              <a:xfrm>
                <a:off x="3026737" y="2306074"/>
                <a:ext cx="148285" cy="76534"/>
              </a:xfrm>
              <a:custGeom>
                <a:avLst/>
                <a:gdLst/>
                <a:ahLst/>
                <a:cxnLst/>
                <a:rect l="l" t="t" r="r" b="b"/>
                <a:pathLst>
                  <a:path w="170" h="87" extrusionOk="0">
                    <a:moveTo>
                      <a:pt x="0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49"/>
                      <a:pt x="38" y="87"/>
                      <a:pt x="85" y="87"/>
                    </a:cubicBezTo>
                    <a:cubicBezTo>
                      <a:pt x="132" y="87"/>
                      <a:pt x="170" y="49"/>
                      <a:pt x="170" y="2"/>
                    </a:cubicBezTo>
                    <a:cubicBezTo>
                      <a:pt x="170" y="0"/>
                      <a:pt x="170" y="0"/>
                      <a:pt x="17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1" name="Google Shape;531;p23"/>
          <p:cNvGrpSpPr/>
          <p:nvPr/>
        </p:nvGrpSpPr>
        <p:grpSpPr>
          <a:xfrm>
            <a:off x="-2000071" y="-3048428"/>
            <a:ext cx="12973783" cy="11115125"/>
            <a:chOff x="-2000071" y="-3048428"/>
            <a:chExt cx="12973783" cy="11115125"/>
          </a:xfrm>
        </p:grpSpPr>
        <p:sp>
          <p:nvSpPr>
            <p:cNvPr id="532" name="Google Shape;532;p23"/>
            <p:cNvSpPr/>
            <p:nvPr/>
          </p:nvSpPr>
          <p:spPr>
            <a:xfrm rot="-8306489">
              <a:off x="-1505843" y="3814578"/>
              <a:ext cx="3381355" cy="2773073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" name="Google Shape;533;p23"/>
            <p:cNvSpPr/>
            <p:nvPr/>
          </p:nvSpPr>
          <p:spPr>
            <a:xfrm rot="-2526298">
              <a:off x="3963480" y="-2324949"/>
              <a:ext cx="3213799" cy="2742785"/>
            </a:xfrm>
            <a:custGeom>
              <a:avLst/>
              <a:gdLst/>
              <a:ahLst/>
              <a:cxnLst/>
              <a:rect l="l" t="t" r="r" b="b"/>
              <a:pathLst>
                <a:path w="1480978" h="1263926" extrusionOk="0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" name="Google Shape;534;p23"/>
            <p:cNvSpPr/>
            <p:nvPr/>
          </p:nvSpPr>
          <p:spPr>
            <a:xfrm rot="7128936">
              <a:off x="4994086" y="2541069"/>
              <a:ext cx="5631417" cy="4125872"/>
            </a:xfrm>
            <a:custGeom>
              <a:avLst/>
              <a:gdLst/>
              <a:ahLst/>
              <a:cxnLst/>
              <a:rect l="l" t="t" r="r" b="b"/>
              <a:pathLst>
                <a:path w="616186" h="397857" extrusionOk="0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5" name="Google Shape;535;p23"/>
          <p:cNvGrpSpPr/>
          <p:nvPr/>
        </p:nvGrpSpPr>
        <p:grpSpPr>
          <a:xfrm>
            <a:off x="4039126" y="812484"/>
            <a:ext cx="4161347" cy="3655602"/>
            <a:chOff x="3840701" y="713259"/>
            <a:chExt cx="4161347" cy="3655602"/>
          </a:xfrm>
        </p:grpSpPr>
        <p:grpSp>
          <p:nvGrpSpPr>
            <p:cNvPr id="536" name="Google Shape;536;p23"/>
            <p:cNvGrpSpPr/>
            <p:nvPr/>
          </p:nvGrpSpPr>
          <p:grpSpPr>
            <a:xfrm>
              <a:off x="4501506" y="1401751"/>
              <a:ext cx="2461134" cy="1589525"/>
              <a:chOff x="2436192" y="2730596"/>
              <a:chExt cx="924300" cy="596960"/>
            </a:xfrm>
          </p:grpSpPr>
          <p:sp>
            <p:nvSpPr>
              <p:cNvPr id="537" name="Google Shape;537;p23"/>
              <p:cNvSpPr/>
              <p:nvPr/>
            </p:nvSpPr>
            <p:spPr>
              <a:xfrm>
                <a:off x="2436192" y="2786955"/>
                <a:ext cx="924300" cy="540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" name="Google Shape;538;p23"/>
              <p:cNvSpPr/>
              <p:nvPr/>
            </p:nvSpPr>
            <p:spPr>
              <a:xfrm>
                <a:off x="2436192" y="2730596"/>
                <a:ext cx="924297" cy="56360"/>
              </a:xfrm>
              <a:custGeom>
                <a:avLst/>
                <a:gdLst/>
                <a:ahLst/>
                <a:cxnLst/>
                <a:rect l="l" t="t" r="r" b="b"/>
                <a:pathLst>
                  <a:path w="2512" h="153" extrusionOk="0">
                    <a:moveTo>
                      <a:pt x="2512" y="73"/>
                    </a:moveTo>
                    <a:cubicBezTo>
                      <a:pt x="2512" y="153"/>
                      <a:pt x="2512" y="153"/>
                      <a:pt x="2512" y="153"/>
                    </a:cubicBezTo>
                    <a:cubicBezTo>
                      <a:pt x="0" y="153"/>
                      <a:pt x="0" y="153"/>
                      <a:pt x="0" y="153"/>
                    </a:cubicBezTo>
                    <a:cubicBezTo>
                      <a:pt x="0" y="73"/>
                      <a:pt x="0" y="73"/>
                      <a:pt x="0" y="73"/>
                    </a:cubicBezTo>
                    <a:cubicBezTo>
                      <a:pt x="0" y="33"/>
                      <a:pt x="32" y="0"/>
                      <a:pt x="72" y="0"/>
                    </a:cubicBezTo>
                    <a:cubicBezTo>
                      <a:pt x="2440" y="0"/>
                      <a:pt x="2440" y="0"/>
                      <a:pt x="2440" y="0"/>
                    </a:cubicBezTo>
                    <a:cubicBezTo>
                      <a:pt x="2480" y="0"/>
                      <a:pt x="2512" y="33"/>
                      <a:pt x="2512" y="7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" name="Google Shape;539;p23"/>
              <p:cNvSpPr/>
              <p:nvPr/>
            </p:nvSpPr>
            <p:spPr>
              <a:xfrm>
                <a:off x="2461152" y="2745893"/>
                <a:ext cx="25800" cy="2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" name="Google Shape;540;p23"/>
              <p:cNvSpPr/>
              <p:nvPr/>
            </p:nvSpPr>
            <p:spPr>
              <a:xfrm>
                <a:off x="2500603" y="2745893"/>
                <a:ext cx="26100" cy="2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" name="Google Shape;541;p23"/>
              <p:cNvSpPr/>
              <p:nvPr/>
            </p:nvSpPr>
            <p:spPr>
              <a:xfrm>
                <a:off x="2540860" y="2745893"/>
                <a:ext cx="25800" cy="2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" name="Google Shape;542;p23"/>
              <p:cNvSpPr/>
              <p:nvPr/>
            </p:nvSpPr>
            <p:spPr>
              <a:xfrm>
                <a:off x="2481682" y="2858210"/>
                <a:ext cx="833700" cy="33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" name="Google Shape;543;p23"/>
              <p:cNvSpPr/>
              <p:nvPr/>
            </p:nvSpPr>
            <p:spPr>
              <a:xfrm>
                <a:off x="2481682" y="2943152"/>
                <a:ext cx="833700" cy="33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" name="Google Shape;544;p23"/>
              <p:cNvSpPr/>
              <p:nvPr/>
            </p:nvSpPr>
            <p:spPr>
              <a:xfrm>
                <a:off x="2481682" y="3028497"/>
                <a:ext cx="833700" cy="2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" name="Google Shape;545;p23"/>
              <p:cNvSpPr/>
              <p:nvPr/>
            </p:nvSpPr>
            <p:spPr>
              <a:xfrm>
                <a:off x="2481682" y="3113439"/>
                <a:ext cx="833700" cy="2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" name="Google Shape;546;p23"/>
              <p:cNvSpPr/>
              <p:nvPr/>
            </p:nvSpPr>
            <p:spPr>
              <a:xfrm>
                <a:off x="2481682" y="2898467"/>
                <a:ext cx="833718" cy="392507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67" extrusionOk="0">
                    <a:moveTo>
                      <a:pt x="0" y="232"/>
                    </a:moveTo>
                    <a:cubicBezTo>
                      <a:pt x="137" y="97"/>
                      <a:pt x="137" y="97"/>
                      <a:pt x="137" y="97"/>
                    </a:cubicBezTo>
                    <a:cubicBezTo>
                      <a:pt x="226" y="9"/>
                      <a:pt x="367" y="0"/>
                      <a:pt x="466" y="76"/>
                    </a:cubicBezTo>
                    <a:cubicBezTo>
                      <a:pt x="852" y="371"/>
                      <a:pt x="852" y="371"/>
                      <a:pt x="852" y="371"/>
                    </a:cubicBezTo>
                    <a:cubicBezTo>
                      <a:pt x="949" y="446"/>
                      <a:pt x="1085" y="440"/>
                      <a:pt x="1174" y="357"/>
                    </a:cubicBezTo>
                    <a:cubicBezTo>
                      <a:pt x="1235" y="302"/>
                      <a:pt x="1235" y="302"/>
                      <a:pt x="1235" y="302"/>
                    </a:cubicBezTo>
                    <a:cubicBezTo>
                      <a:pt x="1308" y="235"/>
                      <a:pt x="1413" y="217"/>
                      <a:pt x="1504" y="256"/>
                    </a:cubicBezTo>
                    <a:cubicBezTo>
                      <a:pt x="2266" y="584"/>
                      <a:pt x="2266" y="584"/>
                      <a:pt x="2266" y="584"/>
                    </a:cubicBezTo>
                    <a:cubicBezTo>
                      <a:pt x="2266" y="1067"/>
                      <a:pt x="2266" y="1067"/>
                      <a:pt x="2266" y="1067"/>
                    </a:cubicBezTo>
                    <a:cubicBezTo>
                      <a:pt x="0" y="1067"/>
                      <a:pt x="0" y="1067"/>
                      <a:pt x="0" y="1067"/>
                    </a:cubicBezTo>
                    <a:lnTo>
                      <a:pt x="0" y="23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" name="Google Shape;547;p23"/>
              <p:cNvSpPr/>
              <p:nvPr/>
            </p:nvSpPr>
            <p:spPr>
              <a:xfrm>
                <a:off x="2481682" y="2914972"/>
                <a:ext cx="833718" cy="376001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22" extrusionOk="0">
                    <a:moveTo>
                      <a:pt x="0" y="1022"/>
                    </a:moveTo>
                    <a:cubicBezTo>
                      <a:pt x="371" y="590"/>
                      <a:pt x="371" y="590"/>
                      <a:pt x="371" y="590"/>
                    </a:cubicBezTo>
                    <a:cubicBezTo>
                      <a:pt x="468" y="477"/>
                      <a:pt x="643" y="473"/>
                      <a:pt x="745" y="582"/>
                    </a:cubicBezTo>
                    <a:cubicBezTo>
                      <a:pt x="840" y="683"/>
                      <a:pt x="998" y="688"/>
                      <a:pt x="1100" y="594"/>
                    </a:cubicBezTo>
                    <a:cubicBezTo>
                      <a:pt x="1634" y="99"/>
                      <a:pt x="1634" y="99"/>
                      <a:pt x="1634" y="99"/>
                    </a:cubicBezTo>
                    <a:cubicBezTo>
                      <a:pt x="1741" y="0"/>
                      <a:pt x="1909" y="12"/>
                      <a:pt x="2001" y="125"/>
                    </a:cubicBezTo>
                    <a:cubicBezTo>
                      <a:pt x="2266" y="453"/>
                      <a:pt x="2266" y="453"/>
                      <a:pt x="2266" y="453"/>
                    </a:cubicBezTo>
                    <a:cubicBezTo>
                      <a:pt x="2266" y="1022"/>
                      <a:pt x="2266" y="1022"/>
                      <a:pt x="2266" y="1022"/>
                    </a:cubicBezTo>
                    <a:lnTo>
                      <a:pt x="0" y="102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8" name="Google Shape;548;p23"/>
            <p:cNvGrpSpPr/>
            <p:nvPr/>
          </p:nvGrpSpPr>
          <p:grpSpPr>
            <a:xfrm>
              <a:off x="6621346" y="1957399"/>
              <a:ext cx="1380702" cy="2411461"/>
              <a:chOff x="6502296" y="1615124"/>
              <a:chExt cx="1380702" cy="2411461"/>
            </a:xfrm>
          </p:grpSpPr>
          <p:sp>
            <p:nvSpPr>
              <p:cNvPr id="549" name="Google Shape;549;p23"/>
              <p:cNvSpPr/>
              <p:nvPr/>
            </p:nvSpPr>
            <p:spPr>
              <a:xfrm>
                <a:off x="6990675" y="1711100"/>
                <a:ext cx="396300" cy="486450"/>
              </a:xfrm>
              <a:custGeom>
                <a:avLst/>
                <a:gdLst/>
                <a:ahLst/>
                <a:cxnLst/>
                <a:rect l="l" t="t" r="r" b="b"/>
                <a:pathLst>
                  <a:path w="15852" h="19458" extrusionOk="0">
                    <a:moveTo>
                      <a:pt x="0" y="5579"/>
                    </a:moveTo>
                    <a:lnTo>
                      <a:pt x="1701" y="19458"/>
                    </a:lnTo>
                    <a:lnTo>
                      <a:pt x="15852" y="16941"/>
                    </a:lnTo>
                    <a:lnTo>
                      <a:pt x="12314" y="2177"/>
                    </a:lnTo>
                    <a:lnTo>
                      <a:pt x="571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</p:sp>
          <p:sp>
            <p:nvSpPr>
              <p:cNvPr id="550" name="Google Shape;550;p23"/>
              <p:cNvSpPr/>
              <p:nvPr/>
            </p:nvSpPr>
            <p:spPr>
              <a:xfrm>
                <a:off x="6934616" y="1685929"/>
                <a:ext cx="451384" cy="297518"/>
              </a:xfrm>
              <a:custGeom>
                <a:avLst/>
                <a:gdLst/>
                <a:ahLst/>
                <a:cxnLst/>
                <a:rect l="l" t="t" r="r" b="b"/>
                <a:pathLst>
                  <a:path w="506" h="334" extrusionOk="0">
                    <a:moveTo>
                      <a:pt x="258" y="0"/>
                    </a:moveTo>
                    <a:cubicBezTo>
                      <a:pt x="376" y="15"/>
                      <a:pt x="376" y="15"/>
                      <a:pt x="376" y="15"/>
                    </a:cubicBezTo>
                    <a:cubicBezTo>
                      <a:pt x="376" y="15"/>
                      <a:pt x="506" y="234"/>
                      <a:pt x="312" y="313"/>
                    </a:cubicBezTo>
                    <a:cubicBezTo>
                      <a:pt x="308" y="321"/>
                      <a:pt x="249" y="334"/>
                      <a:pt x="216" y="329"/>
                    </a:cubicBezTo>
                    <a:cubicBezTo>
                      <a:pt x="0" y="309"/>
                      <a:pt x="65" y="107"/>
                      <a:pt x="92" y="17"/>
                    </a:cubicBezTo>
                    <a:cubicBezTo>
                      <a:pt x="258" y="0"/>
                      <a:pt x="258" y="0"/>
                      <a:pt x="25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" name="Google Shape;551;p23"/>
              <p:cNvSpPr/>
              <p:nvPr/>
            </p:nvSpPr>
            <p:spPr>
              <a:xfrm>
                <a:off x="6888321" y="2511763"/>
                <a:ext cx="815622" cy="1284027"/>
              </a:xfrm>
              <a:custGeom>
                <a:avLst/>
                <a:gdLst/>
                <a:ahLst/>
                <a:cxnLst/>
                <a:rect l="l" t="t" r="r" b="b"/>
                <a:pathLst>
                  <a:path w="914" h="1439" extrusionOk="0">
                    <a:moveTo>
                      <a:pt x="7" y="256"/>
                    </a:moveTo>
                    <a:cubicBezTo>
                      <a:pt x="8" y="267"/>
                      <a:pt x="10" y="286"/>
                      <a:pt x="14" y="313"/>
                    </a:cubicBezTo>
                    <a:cubicBezTo>
                      <a:pt x="49" y="572"/>
                      <a:pt x="205" y="1439"/>
                      <a:pt x="205" y="1439"/>
                    </a:cubicBezTo>
                    <a:cubicBezTo>
                      <a:pt x="357" y="1439"/>
                      <a:pt x="357" y="1439"/>
                      <a:pt x="357" y="1439"/>
                    </a:cubicBezTo>
                    <a:cubicBezTo>
                      <a:pt x="307" y="363"/>
                      <a:pt x="307" y="363"/>
                      <a:pt x="307" y="363"/>
                    </a:cubicBezTo>
                    <a:cubicBezTo>
                      <a:pt x="304" y="298"/>
                      <a:pt x="304" y="298"/>
                      <a:pt x="304" y="298"/>
                    </a:cubicBezTo>
                    <a:cubicBezTo>
                      <a:pt x="328" y="363"/>
                      <a:pt x="328" y="363"/>
                      <a:pt x="328" y="363"/>
                    </a:cubicBezTo>
                    <a:cubicBezTo>
                      <a:pt x="755" y="1439"/>
                      <a:pt x="755" y="1439"/>
                      <a:pt x="755" y="1439"/>
                    </a:cubicBezTo>
                    <a:cubicBezTo>
                      <a:pt x="914" y="1439"/>
                      <a:pt x="914" y="1439"/>
                      <a:pt x="914" y="1439"/>
                    </a:cubicBezTo>
                    <a:cubicBezTo>
                      <a:pt x="914" y="1439"/>
                      <a:pt x="631" y="394"/>
                      <a:pt x="580" y="208"/>
                    </a:cubicBezTo>
                    <a:cubicBezTo>
                      <a:pt x="577" y="199"/>
                      <a:pt x="575" y="193"/>
                      <a:pt x="574" y="188"/>
                    </a:cubicBezTo>
                    <a:cubicBezTo>
                      <a:pt x="545" y="90"/>
                      <a:pt x="484" y="5"/>
                      <a:pt x="480" y="0"/>
                    </a:cubicBezTo>
                    <a:cubicBezTo>
                      <a:pt x="480" y="0"/>
                      <a:pt x="480" y="0"/>
                      <a:pt x="480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8" y="0"/>
                      <a:pt x="0" y="143"/>
                      <a:pt x="7" y="256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" name="Google Shape;552;p23"/>
              <p:cNvSpPr/>
              <p:nvPr/>
            </p:nvSpPr>
            <p:spPr>
              <a:xfrm>
                <a:off x="6942105" y="1981405"/>
                <a:ext cx="425511" cy="571206"/>
              </a:xfrm>
              <a:custGeom>
                <a:avLst/>
                <a:gdLst/>
                <a:ahLst/>
                <a:cxnLst/>
                <a:rect l="l" t="t" r="r" b="b"/>
                <a:pathLst>
                  <a:path w="477" h="641" extrusionOk="0">
                    <a:moveTo>
                      <a:pt x="0" y="63"/>
                    </a:moveTo>
                    <a:cubicBezTo>
                      <a:pt x="27" y="314"/>
                      <a:pt x="27" y="314"/>
                      <a:pt x="27" y="314"/>
                    </a:cubicBezTo>
                    <a:cubicBezTo>
                      <a:pt x="27" y="314"/>
                      <a:pt x="27" y="314"/>
                      <a:pt x="27" y="314"/>
                    </a:cubicBezTo>
                    <a:cubicBezTo>
                      <a:pt x="27" y="314"/>
                      <a:pt x="27" y="315"/>
                      <a:pt x="27" y="316"/>
                    </a:cubicBezTo>
                    <a:cubicBezTo>
                      <a:pt x="27" y="317"/>
                      <a:pt x="27" y="318"/>
                      <a:pt x="28" y="320"/>
                    </a:cubicBezTo>
                    <a:cubicBezTo>
                      <a:pt x="28" y="327"/>
                      <a:pt x="30" y="341"/>
                      <a:pt x="31" y="353"/>
                    </a:cubicBezTo>
                    <a:cubicBezTo>
                      <a:pt x="32" y="362"/>
                      <a:pt x="32" y="362"/>
                      <a:pt x="32" y="362"/>
                    </a:cubicBezTo>
                    <a:cubicBezTo>
                      <a:pt x="32" y="362"/>
                      <a:pt x="32" y="363"/>
                      <a:pt x="32" y="364"/>
                    </a:cubicBezTo>
                    <a:cubicBezTo>
                      <a:pt x="33" y="369"/>
                      <a:pt x="33" y="369"/>
                      <a:pt x="33" y="369"/>
                    </a:cubicBezTo>
                    <a:cubicBezTo>
                      <a:pt x="33" y="371"/>
                      <a:pt x="33" y="373"/>
                      <a:pt x="34" y="375"/>
                    </a:cubicBezTo>
                    <a:cubicBezTo>
                      <a:pt x="34" y="379"/>
                      <a:pt x="34" y="379"/>
                      <a:pt x="34" y="379"/>
                    </a:cubicBezTo>
                    <a:cubicBezTo>
                      <a:pt x="34" y="380"/>
                      <a:pt x="34" y="380"/>
                      <a:pt x="34" y="380"/>
                    </a:cubicBezTo>
                    <a:cubicBezTo>
                      <a:pt x="35" y="386"/>
                      <a:pt x="41" y="442"/>
                      <a:pt x="41" y="442"/>
                    </a:cubicBezTo>
                    <a:cubicBezTo>
                      <a:pt x="28" y="595"/>
                      <a:pt x="28" y="595"/>
                      <a:pt x="28" y="595"/>
                    </a:cubicBezTo>
                    <a:cubicBezTo>
                      <a:pt x="234" y="641"/>
                      <a:pt x="234" y="641"/>
                      <a:pt x="234" y="641"/>
                    </a:cubicBezTo>
                    <a:cubicBezTo>
                      <a:pt x="420" y="595"/>
                      <a:pt x="420" y="595"/>
                      <a:pt x="420" y="595"/>
                    </a:cubicBezTo>
                    <a:cubicBezTo>
                      <a:pt x="420" y="455"/>
                      <a:pt x="420" y="455"/>
                      <a:pt x="420" y="455"/>
                    </a:cubicBezTo>
                    <a:cubicBezTo>
                      <a:pt x="420" y="451"/>
                      <a:pt x="420" y="451"/>
                      <a:pt x="420" y="451"/>
                    </a:cubicBezTo>
                    <a:cubicBezTo>
                      <a:pt x="421" y="448"/>
                      <a:pt x="421" y="448"/>
                      <a:pt x="421" y="448"/>
                    </a:cubicBezTo>
                    <a:cubicBezTo>
                      <a:pt x="424" y="430"/>
                      <a:pt x="432" y="380"/>
                      <a:pt x="442" y="322"/>
                    </a:cubicBezTo>
                    <a:cubicBezTo>
                      <a:pt x="442" y="322"/>
                      <a:pt x="442" y="322"/>
                      <a:pt x="442" y="322"/>
                    </a:cubicBezTo>
                    <a:cubicBezTo>
                      <a:pt x="458" y="223"/>
                      <a:pt x="477" y="102"/>
                      <a:pt x="477" y="88"/>
                    </a:cubicBezTo>
                    <a:cubicBezTo>
                      <a:pt x="477" y="88"/>
                      <a:pt x="460" y="80"/>
                      <a:pt x="435" y="68"/>
                    </a:cubicBezTo>
                    <a:cubicBezTo>
                      <a:pt x="435" y="68"/>
                      <a:pt x="435" y="68"/>
                      <a:pt x="435" y="68"/>
                    </a:cubicBezTo>
                    <a:cubicBezTo>
                      <a:pt x="434" y="68"/>
                      <a:pt x="434" y="68"/>
                      <a:pt x="434" y="68"/>
                    </a:cubicBezTo>
                    <a:cubicBezTo>
                      <a:pt x="378" y="42"/>
                      <a:pt x="278" y="0"/>
                      <a:pt x="228" y="1"/>
                    </a:cubicBezTo>
                    <a:cubicBezTo>
                      <a:pt x="155" y="4"/>
                      <a:pt x="0" y="63"/>
                      <a:pt x="0" y="63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" name="Google Shape;553;p23"/>
              <p:cNvSpPr/>
              <p:nvPr/>
            </p:nvSpPr>
            <p:spPr>
              <a:xfrm>
                <a:off x="7548715" y="3707962"/>
                <a:ext cx="309092" cy="272328"/>
              </a:xfrm>
              <a:custGeom>
                <a:avLst/>
                <a:gdLst/>
                <a:ahLst/>
                <a:cxnLst/>
                <a:rect l="l" t="t" r="r" b="b"/>
                <a:pathLst>
                  <a:path w="347" h="305" extrusionOk="0">
                    <a:moveTo>
                      <a:pt x="156" y="31"/>
                    </a:moveTo>
                    <a:cubicBezTo>
                      <a:pt x="174" y="98"/>
                      <a:pt x="174" y="98"/>
                      <a:pt x="174" y="98"/>
                    </a:cubicBezTo>
                    <a:cubicBezTo>
                      <a:pt x="174" y="98"/>
                      <a:pt x="261" y="198"/>
                      <a:pt x="314" y="230"/>
                    </a:cubicBezTo>
                    <a:cubicBezTo>
                      <a:pt x="347" y="258"/>
                      <a:pt x="335" y="281"/>
                      <a:pt x="328" y="293"/>
                    </a:cubicBezTo>
                    <a:cubicBezTo>
                      <a:pt x="320" y="304"/>
                      <a:pt x="212" y="305"/>
                      <a:pt x="185" y="301"/>
                    </a:cubicBezTo>
                    <a:cubicBezTo>
                      <a:pt x="126" y="293"/>
                      <a:pt x="93" y="218"/>
                      <a:pt x="57" y="211"/>
                    </a:cubicBezTo>
                    <a:cubicBezTo>
                      <a:pt x="21" y="203"/>
                      <a:pt x="0" y="184"/>
                      <a:pt x="15" y="81"/>
                    </a:cubicBezTo>
                    <a:cubicBezTo>
                      <a:pt x="27" y="0"/>
                      <a:pt x="156" y="31"/>
                      <a:pt x="156" y="31"/>
                    </a:cubicBez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" name="Google Shape;554;p23"/>
              <p:cNvSpPr/>
              <p:nvPr/>
            </p:nvSpPr>
            <p:spPr>
              <a:xfrm>
                <a:off x="7550077" y="3796469"/>
                <a:ext cx="332921" cy="230117"/>
              </a:xfrm>
              <a:custGeom>
                <a:avLst/>
                <a:gdLst/>
                <a:ahLst/>
                <a:cxnLst/>
                <a:rect l="l" t="t" r="r" b="b"/>
                <a:pathLst>
                  <a:path w="373" h="258" extrusionOk="0">
                    <a:moveTo>
                      <a:pt x="261" y="82"/>
                    </a:moveTo>
                    <a:cubicBezTo>
                      <a:pt x="261" y="82"/>
                      <a:pt x="296" y="107"/>
                      <a:pt x="326" y="137"/>
                    </a:cubicBezTo>
                    <a:cubicBezTo>
                      <a:pt x="355" y="168"/>
                      <a:pt x="373" y="194"/>
                      <a:pt x="370" y="208"/>
                    </a:cubicBezTo>
                    <a:cubicBezTo>
                      <a:pt x="366" y="221"/>
                      <a:pt x="295" y="258"/>
                      <a:pt x="180" y="213"/>
                    </a:cubicBezTo>
                    <a:cubicBezTo>
                      <a:pt x="122" y="183"/>
                      <a:pt x="6" y="90"/>
                      <a:pt x="3" y="86"/>
                    </a:cubicBezTo>
                    <a:cubicBezTo>
                      <a:pt x="0" y="81"/>
                      <a:pt x="1" y="13"/>
                      <a:pt x="11" y="0"/>
                    </a:cubicBezTo>
                    <a:cubicBezTo>
                      <a:pt x="11" y="0"/>
                      <a:pt x="16" y="31"/>
                      <a:pt x="37" y="44"/>
                    </a:cubicBezTo>
                    <a:cubicBezTo>
                      <a:pt x="59" y="57"/>
                      <a:pt x="149" y="117"/>
                      <a:pt x="149" y="117"/>
                    </a:cubicBezTo>
                    <a:cubicBezTo>
                      <a:pt x="149" y="117"/>
                      <a:pt x="198" y="70"/>
                      <a:pt x="261" y="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" name="Google Shape;555;p23"/>
              <p:cNvSpPr/>
              <p:nvPr/>
            </p:nvSpPr>
            <p:spPr>
              <a:xfrm>
                <a:off x="6908745" y="3707962"/>
                <a:ext cx="312496" cy="272328"/>
              </a:xfrm>
              <a:custGeom>
                <a:avLst/>
                <a:gdLst/>
                <a:ahLst/>
                <a:cxnLst/>
                <a:rect l="l" t="t" r="r" b="b"/>
                <a:pathLst>
                  <a:path w="350" h="305" extrusionOk="0">
                    <a:moveTo>
                      <a:pt x="193" y="31"/>
                    </a:moveTo>
                    <a:cubicBezTo>
                      <a:pt x="176" y="98"/>
                      <a:pt x="176" y="98"/>
                      <a:pt x="176" y="98"/>
                    </a:cubicBezTo>
                    <a:cubicBezTo>
                      <a:pt x="176" y="98"/>
                      <a:pt x="76" y="205"/>
                      <a:pt x="29" y="233"/>
                    </a:cubicBezTo>
                    <a:cubicBezTo>
                      <a:pt x="0" y="275"/>
                      <a:pt x="21" y="274"/>
                      <a:pt x="28" y="286"/>
                    </a:cubicBezTo>
                    <a:cubicBezTo>
                      <a:pt x="36" y="297"/>
                      <a:pt x="128" y="305"/>
                      <a:pt x="155" y="301"/>
                    </a:cubicBezTo>
                    <a:cubicBezTo>
                      <a:pt x="214" y="292"/>
                      <a:pt x="257" y="218"/>
                      <a:pt x="293" y="211"/>
                    </a:cubicBezTo>
                    <a:cubicBezTo>
                      <a:pt x="329" y="203"/>
                      <a:pt x="350" y="184"/>
                      <a:pt x="335" y="81"/>
                    </a:cubicBezTo>
                    <a:cubicBezTo>
                      <a:pt x="323" y="0"/>
                      <a:pt x="193" y="31"/>
                      <a:pt x="193" y="31"/>
                    </a:cubicBez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" name="Google Shape;556;p23"/>
              <p:cNvSpPr/>
              <p:nvPr/>
            </p:nvSpPr>
            <p:spPr>
              <a:xfrm>
                <a:off x="6886959" y="3796469"/>
                <a:ext cx="332239" cy="230117"/>
              </a:xfrm>
              <a:custGeom>
                <a:avLst/>
                <a:gdLst/>
                <a:ahLst/>
                <a:cxnLst/>
                <a:rect l="l" t="t" r="r" b="b"/>
                <a:pathLst>
                  <a:path w="373" h="258" extrusionOk="0">
                    <a:moveTo>
                      <a:pt x="112" y="82"/>
                    </a:moveTo>
                    <a:cubicBezTo>
                      <a:pt x="112" y="82"/>
                      <a:pt x="77" y="107"/>
                      <a:pt x="47" y="137"/>
                    </a:cubicBezTo>
                    <a:cubicBezTo>
                      <a:pt x="18" y="168"/>
                      <a:pt x="0" y="194"/>
                      <a:pt x="3" y="208"/>
                    </a:cubicBezTo>
                    <a:cubicBezTo>
                      <a:pt x="6" y="221"/>
                      <a:pt x="78" y="258"/>
                      <a:pt x="193" y="213"/>
                    </a:cubicBezTo>
                    <a:cubicBezTo>
                      <a:pt x="250" y="183"/>
                      <a:pt x="367" y="90"/>
                      <a:pt x="370" y="86"/>
                    </a:cubicBezTo>
                    <a:cubicBezTo>
                      <a:pt x="373" y="81"/>
                      <a:pt x="372" y="13"/>
                      <a:pt x="362" y="0"/>
                    </a:cubicBezTo>
                    <a:cubicBezTo>
                      <a:pt x="362" y="0"/>
                      <a:pt x="357" y="31"/>
                      <a:pt x="335" y="44"/>
                    </a:cubicBezTo>
                    <a:cubicBezTo>
                      <a:pt x="314" y="57"/>
                      <a:pt x="224" y="117"/>
                      <a:pt x="224" y="117"/>
                    </a:cubicBezTo>
                    <a:cubicBezTo>
                      <a:pt x="224" y="117"/>
                      <a:pt x="175" y="70"/>
                      <a:pt x="112" y="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" name="Google Shape;557;p23"/>
              <p:cNvSpPr/>
              <p:nvPr/>
            </p:nvSpPr>
            <p:spPr>
              <a:xfrm>
                <a:off x="7212391" y="2059699"/>
                <a:ext cx="548060" cy="518785"/>
              </a:xfrm>
              <a:custGeom>
                <a:avLst/>
                <a:gdLst/>
                <a:ahLst/>
                <a:cxnLst/>
                <a:rect l="l" t="t" r="r" b="b"/>
                <a:pathLst>
                  <a:path w="615" h="582" extrusionOk="0">
                    <a:moveTo>
                      <a:pt x="0" y="88"/>
                    </a:moveTo>
                    <a:cubicBezTo>
                      <a:pt x="174" y="0"/>
                      <a:pt x="174" y="0"/>
                      <a:pt x="174" y="0"/>
                    </a:cubicBezTo>
                    <a:cubicBezTo>
                      <a:pt x="174" y="0"/>
                      <a:pt x="500" y="310"/>
                      <a:pt x="545" y="352"/>
                    </a:cubicBezTo>
                    <a:cubicBezTo>
                      <a:pt x="603" y="404"/>
                      <a:pt x="615" y="538"/>
                      <a:pt x="510" y="551"/>
                    </a:cubicBezTo>
                    <a:cubicBezTo>
                      <a:pt x="221" y="582"/>
                      <a:pt x="221" y="582"/>
                      <a:pt x="221" y="582"/>
                    </a:cubicBezTo>
                    <a:cubicBezTo>
                      <a:pt x="237" y="399"/>
                      <a:pt x="237" y="399"/>
                      <a:pt x="237" y="399"/>
                    </a:cubicBezTo>
                    <a:cubicBezTo>
                      <a:pt x="48" y="255"/>
                      <a:pt x="48" y="255"/>
                      <a:pt x="48" y="255"/>
                    </a:cubicBezTo>
                    <a:cubicBezTo>
                      <a:pt x="0" y="88"/>
                      <a:pt x="0" y="88"/>
                      <a:pt x="0" y="88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8" name="Google Shape;558;p23"/>
              <p:cNvSpPr/>
              <p:nvPr/>
            </p:nvSpPr>
            <p:spPr>
              <a:xfrm>
                <a:off x="7370341" y="2319091"/>
                <a:ext cx="184502" cy="54466"/>
              </a:xfrm>
              <a:custGeom>
                <a:avLst/>
                <a:gdLst/>
                <a:ahLst/>
                <a:cxnLst/>
                <a:rect l="l" t="t" r="r" b="b"/>
                <a:pathLst>
                  <a:path w="271" h="80" extrusionOk="0">
                    <a:moveTo>
                      <a:pt x="0" y="0"/>
                    </a:moveTo>
                    <a:lnTo>
                      <a:pt x="5" y="68"/>
                    </a:lnTo>
                    <a:lnTo>
                      <a:pt x="271" y="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4157">
                  <a:alpha val="2911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9" name="Google Shape;559;p23"/>
              <p:cNvSpPr/>
              <p:nvPr/>
            </p:nvSpPr>
            <p:spPr>
              <a:xfrm>
                <a:off x="6615312" y="2037232"/>
                <a:ext cx="395556" cy="444575"/>
              </a:xfrm>
              <a:custGeom>
                <a:avLst/>
                <a:gdLst/>
                <a:ahLst/>
                <a:cxnLst/>
                <a:rect l="l" t="t" r="r" b="b"/>
                <a:pathLst>
                  <a:path w="443" h="498" extrusionOk="0">
                    <a:moveTo>
                      <a:pt x="0" y="106"/>
                    </a:moveTo>
                    <a:cubicBezTo>
                      <a:pt x="0" y="106"/>
                      <a:pt x="208" y="496"/>
                      <a:pt x="287" y="497"/>
                    </a:cubicBezTo>
                    <a:cubicBezTo>
                      <a:pt x="365" y="498"/>
                      <a:pt x="443" y="264"/>
                      <a:pt x="443" y="264"/>
                    </a:cubicBezTo>
                    <a:cubicBezTo>
                      <a:pt x="366" y="0"/>
                      <a:pt x="366" y="0"/>
                      <a:pt x="366" y="0"/>
                    </a:cubicBezTo>
                    <a:cubicBezTo>
                      <a:pt x="366" y="0"/>
                      <a:pt x="282" y="287"/>
                      <a:pt x="273" y="291"/>
                    </a:cubicBezTo>
                    <a:cubicBezTo>
                      <a:pt x="47" y="16"/>
                      <a:pt x="47" y="16"/>
                      <a:pt x="47" y="16"/>
                    </a:cubicBezTo>
                    <a:cubicBezTo>
                      <a:pt x="0" y="106"/>
                      <a:pt x="0" y="106"/>
                      <a:pt x="0" y="106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0" name="Google Shape;560;p23"/>
              <p:cNvSpPr/>
              <p:nvPr/>
            </p:nvSpPr>
            <p:spPr>
              <a:xfrm>
                <a:off x="6534295" y="2008637"/>
                <a:ext cx="111654" cy="141611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59" extrusionOk="0">
                    <a:moveTo>
                      <a:pt x="110" y="141"/>
                    </a:moveTo>
                    <a:cubicBezTo>
                      <a:pt x="110" y="141"/>
                      <a:pt x="58" y="159"/>
                      <a:pt x="35" y="152"/>
                    </a:cubicBezTo>
                    <a:cubicBezTo>
                      <a:pt x="13" y="144"/>
                      <a:pt x="0" y="127"/>
                      <a:pt x="0" y="127"/>
                    </a:cubicBezTo>
                    <a:cubicBezTo>
                      <a:pt x="45" y="9"/>
                      <a:pt x="45" y="9"/>
                      <a:pt x="45" y="9"/>
                    </a:cubicBezTo>
                    <a:cubicBezTo>
                      <a:pt x="45" y="9"/>
                      <a:pt x="76" y="0"/>
                      <a:pt x="78" y="2"/>
                    </a:cubicBezTo>
                    <a:cubicBezTo>
                      <a:pt x="79" y="4"/>
                      <a:pt x="125" y="84"/>
                      <a:pt x="125" y="84"/>
                    </a:cubicBezTo>
                    <a:cubicBezTo>
                      <a:pt x="110" y="141"/>
                      <a:pt x="110" y="141"/>
                      <a:pt x="110" y="141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1" name="Google Shape;561;p23"/>
              <p:cNvSpPr/>
              <p:nvPr/>
            </p:nvSpPr>
            <p:spPr>
              <a:xfrm>
                <a:off x="6565612" y="2143440"/>
                <a:ext cx="33360" cy="2723"/>
              </a:xfrm>
              <a:custGeom>
                <a:avLst/>
                <a:gdLst/>
                <a:ahLst/>
                <a:cxnLst/>
                <a:rect l="l" t="t" r="r" b="b"/>
                <a:pathLst>
                  <a:path w="37" h="3" extrusionOk="0">
                    <a:moveTo>
                      <a:pt x="37" y="0"/>
                    </a:moveTo>
                    <a:cubicBezTo>
                      <a:pt x="29" y="2"/>
                      <a:pt x="21" y="3"/>
                      <a:pt x="13" y="3"/>
                    </a:cubicBezTo>
                    <a:cubicBezTo>
                      <a:pt x="8" y="3"/>
                      <a:pt x="4" y="2"/>
                      <a:pt x="0" y="1"/>
                    </a:cubicBezTo>
                    <a:cubicBezTo>
                      <a:pt x="4" y="2"/>
                      <a:pt x="8" y="3"/>
                      <a:pt x="13" y="3"/>
                    </a:cubicBezTo>
                    <a:cubicBezTo>
                      <a:pt x="21" y="3"/>
                      <a:pt x="29" y="2"/>
                      <a:pt x="37" y="0"/>
                    </a:cubicBezTo>
                    <a:moveTo>
                      <a:pt x="37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</a:path>
                </a:pathLst>
              </a:custGeom>
              <a:solidFill>
                <a:srgbClr val="FFD1BE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" name="Google Shape;562;p23"/>
              <p:cNvSpPr/>
              <p:nvPr/>
            </p:nvSpPr>
            <p:spPr>
              <a:xfrm>
                <a:off x="6539060" y="2073996"/>
                <a:ext cx="99400" cy="7216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81" extrusionOk="0">
                    <a:moveTo>
                      <a:pt x="71" y="1"/>
                    </a:moveTo>
                    <a:cubicBezTo>
                      <a:pt x="72" y="2"/>
                      <a:pt x="72" y="2"/>
                      <a:pt x="72" y="2"/>
                    </a:cubicBezTo>
                    <a:cubicBezTo>
                      <a:pt x="74" y="4"/>
                      <a:pt x="75" y="6"/>
                      <a:pt x="77" y="7"/>
                    </a:cubicBezTo>
                    <a:cubicBezTo>
                      <a:pt x="75" y="5"/>
                      <a:pt x="73" y="3"/>
                      <a:pt x="71" y="1"/>
                    </a:cubicBezTo>
                    <a:moveTo>
                      <a:pt x="68" y="0"/>
                    </a:moveTo>
                    <a:cubicBezTo>
                      <a:pt x="68" y="0"/>
                      <a:pt x="68" y="0"/>
                      <a:pt x="68" y="1"/>
                    </a:cubicBezTo>
                    <a:cubicBezTo>
                      <a:pt x="66" y="19"/>
                      <a:pt x="66" y="19"/>
                      <a:pt x="66" y="19"/>
                    </a:cubicBezTo>
                    <a:cubicBezTo>
                      <a:pt x="66" y="20"/>
                      <a:pt x="66" y="21"/>
                      <a:pt x="65" y="23"/>
                    </a:cubicBezTo>
                    <a:cubicBezTo>
                      <a:pt x="65" y="23"/>
                      <a:pt x="65" y="23"/>
                      <a:pt x="65" y="23"/>
                    </a:cubicBezTo>
                    <a:cubicBezTo>
                      <a:pt x="62" y="52"/>
                      <a:pt x="62" y="52"/>
                      <a:pt x="62" y="52"/>
                    </a:cubicBezTo>
                    <a:cubicBezTo>
                      <a:pt x="61" y="60"/>
                      <a:pt x="54" y="66"/>
                      <a:pt x="47" y="66"/>
                    </a:cubicBezTo>
                    <a:cubicBezTo>
                      <a:pt x="46" y="66"/>
                      <a:pt x="46" y="66"/>
                      <a:pt x="45" y="66"/>
                    </a:cubicBezTo>
                    <a:cubicBezTo>
                      <a:pt x="38" y="65"/>
                      <a:pt x="38" y="65"/>
                      <a:pt x="38" y="65"/>
                    </a:cubicBezTo>
                    <a:cubicBezTo>
                      <a:pt x="24" y="63"/>
                      <a:pt x="24" y="63"/>
                      <a:pt x="24" y="63"/>
                    </a:cubicBezTo>
                    <a:cubicBezTo>
                      <a:pt x="21" y="63"/>
                      <a:pt x="18" y="62"/>
                      <a:pt x="16" y="60"/>
                    </a:cubicBezTo>
                    <a:cubicBezTo>
                      <a:pt x="15" y="60"/>
                      <a:pt x="15" y="60"/>
                      <a:pt x="14" y="60"/>
                    </a:cubicBezTo>
                    <a:cubicBezTo>
                      <a:pt x="9" y="60"/>
                      <a:pt x="5" y="60"/>
                      <a:pt x="0" y="59"/>
                    </a:cubicBezTo>
                    <a:cubicBezTo>
                      <a:pt x="6" y="65"/>
                      <a:pt x="16" y="74"/>
                      <a:pt x="30" y="79"/>
                    </a:cubicBezTo>
                    <a:cubicBezTo>
                      <a:pt x="30" y="79"/>
                      <a:pt x="30" y="79"/>
                      <a:pt x="30" y="79"/>
                    </a:cubicBezTo>
                    <a:cubicBezTo>
                      <a:pt x="34" y="80"/>
                      <a:pt x="38" y="81"/>
                      <a:pt x="43" y="81"/>
                    </a:cubicBezTo>
                    <a:cubicBezTo>
                      <a:pt x="51" y="81"/>
                      <a:pt x="59" y="80"/>
                      <a:pt x="67" y="78"/>
                    </a:cubicBezTo>
                    <a:cubicBezTo>
                      <a:pt x="67" y="78"/>
                      <a:pt x="67" y="78"/>
                      <a:pt x="67" y="78"/>
                    </a:cubicBezTo>
                    <a:cubicBezTo>
                      <a:pt x="67" y="78"/>
                      <a:pt x="67" y="78"/>
                      <a:pt x="67" y="78"/>
                    </a:cubicBezTo>
                    <a:cubicBezTo>
                      <a:pt x="76" y="76"/>
                      <a:pt x="84" y="74"/>
                      <a:pt x="91" y="72"/>
                    </a:cubicBezTo>
                    <a:cubicBezTo>
                      <a:pt x="112" y="49"/>
                      <a:pt x="109" y="22"/>
                      <a:pt x="109" y="22"/>
                    </a:cubicBezTo>
                    <a:cubicBezTo>
                      <a:pt x="109" y="22"/>
                      <a:pt x="109" y="22"/>
                      <a:pt x="109" y="22"/>
                    </a:cubicBezTo>
                    <a:cubicBezTo>
                      <a:pt x="99" y="20"/>
                      <a:pt x="92" y="17"/>
                      <a:pt x="86" y="13"/>
                    </a:cubicBezTo>
                    <a:cubicBezTo>
                      <a:pt x="86" y="13"/>
                      <a:pt x="86" y="13"/>
                      <a:pt x="86" y="13"/>
                    </a:cubicBezTo>
                    <a:cubicBezTo>
                      <a:pt x="80" y="11"/>
                      <a:pt x="75" y="8"/>
                      <a:pt x="71" y="4"/>
                    </a:cubicBezTo>
                    <a:cubicBezTo>
                      <a:pt x="70" y="2"/>
                      <a:pt x="69" y="1"/>
                      <a:pt x="68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" name="Google Shape;563;p23"/>
              <p:cNvSpPr/>
              <p:nvPr/>
            </p:nvSpPr>
            <p:spPr>
              <a:xfrm>
                <a:off x="6586037" y="1939875"/>
                <a:ext cx="5447" cy="49019"/>
              </a:xfrm>
              <a:custGeom>
                <a:avLst/>
                <a:gdLst/>
                <a:ahLst/>
                <a:cxnLst/>
                <a:rect l="l" t="t" r="r" b="b"/>
                <a:pathLst>
                  <a:path w="8" h="72" extrusionOk="0">
                    <a:moveTo>
                      <a:pt x="8" y="0"/>
                    </a:moveTo>
                    <a:lnTo>
                      <a:pt x="0" y="72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64" name="Google Shape;564;p23"/>
              <p:cNvCxnSpPr/>
              <p:nvPr/>
            </p:nvCxnSpPr>
            <p:spPr>
              <a:xfrm flipH="1">
                <a:off x="6586084" y="1939875"/>
                <a:ext cx="5400" cy="489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sp>
            <p:nvSpPr>
              <p:cNvPr id="565" name="Google Shape;565;p23"/>
              <p:cNvSpPr/>
              <p:nvPr/>
            </p:nvSpPr>
            <p:spPr>
              <a:xfrm>
                <a:off x="6576506" y="1939194"/>
                <a:ext cx="24510" cy="51742"/>
              </a:xfrm>
              <a:custGeom>
                <a:avLst/>
                <a:gdLst/>
                <a:ahLst/>
                <a:cxnLst/>
                <a:rect l="l" t="t" r="r" b="b"/>
                <a:pathLst>
                  <a:path w="36" h="76" extrusionOk="0">
                    <a:moveTo>
                      <a:pt x="27" y="76"/>
                    </a:moveTo>
                    <a:lnTo>
                      <a:pt x="0" y="72"/>
                    </a:lnTo>
                    <a:lnTo>
                      <a:pt x="9" y="0"/>
                    </a:lnTo>
                    <a:lnTo>
                      <a:pt x="36" y="3"/>
                    </a:lnTo>
                    <a:lnTo>
                      <a:pt x="27" y="7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6" name="Google Shape;566;p23"/>
              <p:cNvSpPr/>
              <p:nvPr/>
            </p:nvSpPr>
            <p:spPr>
              <a:xfrm>
                <a:off x="6547911" y="1973235"/>
                <a:ext cx="61274" cy="160673"/>
              </a:xfrm>
              <a:custGeom>
                <a:avLst/>
                <a:gdLst/>
                <a:ahLst/>
                <a:cxnLst/>
                <a:rect l="l" t="t" r="r" b="b"/>
                <a:pathLst>
                  <a:path w="69" h="180" extrusionOk="0">
                    <a:moveTo>
                      <a:pt x="56" y="3"/>
                    </a:moveTo>
                    <a:cubicBezTo>
                      <a:pt x="49" y="2"/>
                      <a:pt x="49" y="2"/>
                      <a:pt x="49" y="2"/>
                    </a:cubicBezTo>
                    <a:cubicBezTo>
                      <a:pt x="48" y="2"/>
                      <a:pt x="48" y="2"/>
                      <a:pt x="48" y="2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" y="159"/>
                      <a:pt x="1" y="159"/>
                      <a:pt x="1" y="159"/>
                    </a:cubicBezTo>
                    <a:cubicBezTo>
                      <a:pt x="0" y="168"/>
                      <a:pt x="5" y="175"/>
                      <a:pt x="14" y="176"/>
                    </a:cubicBezTo>
                    <a:cubicBezTo>
                      <a:pt x="28" y="178"/>
                      <a:pt x="28" y="178"/>
                      <a:pt x="28" y="178"/>
                    </a:cubicBezTo>
                    <a:cubicBezTo>
                      <a:pt x="35" y="179"/>
                      <a:pt x="35" y="179"/>
                      <a:pt x="35" y="179"/>
                    </a:cubicBezTo>
                    <a:cubicBezTo>
                      <a:pt x="43" y="180"/>
                      <a:pt x="51" y="173"/>
                      <a:pt x="52" y="165"/>
                    </a:cubicBezTo>
                    <a:cubicBezTo>
                      <a:pt x="69" y="20"/>
                      <a:pt x="69" y="20"/>
                      <a:pt x="69" y="20"/>
                    </a:cubicBezTo>
                    <a:cubicBezTo>
                      <a:pt x="56" y="3"/>
                      <a:pt x="56" y="3"/>
                      <a:pt x="56" y="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7" name="Google Shape;567;p23"/>
              <p:cNvSpPr/>
              <p:nvPr/>
            </p:nvSpPr>
            <p:spPr>
              <a:xfrm>
                <a:off x="6521359" y="1732225"/>
                <a:ext cx="161354" cy="202203"/>
              </a:xfrm>
              <a:custGeom>
                <a:avLst/>
                <a:gdLst/>
                <a:ahLst/>
                <a:cxnLst/>
                <a:rect l="l" t="t" r="r" b="b"/>
                <a:pathLst>
                  <a:path w="181" h="227" extrusionOk="0">
                    <a:moveTo>
                      <a:pt x="175" y="122"/>
                    </a:moveTo>
                    <a:cubicBezTo>
                      <a:pt x="170" y="182"/>
                      <a:pt x="127" y="227"/>
                      <a:pt x="80" y="222"/>
                    </a:cubicBezTo>
                    <a:cubicBezTo>
                      <a:pt x="33" y="218"/>
                      <a:pt x="0" y="166"/>
                      <a:pt x="6" y="106"/>
                    </a:cubicBezTo>
                    <a:cubicBezTo>
                      <a:pt x="11" y="46"/>
                      <a:pt x="54" y="0"/>
                      <a:pt x="101" y="5"/>
                    </a:cubicBezTo>
                    <a:cubicBezTo>
                      <a:pt x="148" y="9"/>
                      <a:pt x="181" y="62"/>
                      <a:pt x="175" y="1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8" name="Google Shape;568;p23"/>
              <p:cNvSpPr/>
              <p:nvPr/>
            </p:nvSpPr>
            <p:spPr>
              <a:xfrm>
                <a:off x="6502296" y="1708396"/>
                <a:ext cx="197438" cy="255987"/>
              </a:xfrm>
              <a:custGeom>
                <a:avLst/>
                <a:gdLst/>
                <a:ahLst/>
                <a:cxnLst/>
                <a:rect l="l" t="t" r="r" b="b"/>
                <a:pathLst>
                  <a:path w="221" h="287" extrusionOk="0">
                    <a:moveTo>
                      <a:pt x="192" y="69"/>
                    </a:moveTo>
                    <a:cubicBezTo>
                      <a:pt x="163" y="13"/>
                      <a:pt x="104" y="0"/>
                      <a:pt x="58" y="41"/>
                    </a:cubicBezTo>
                    <a:cubicBezTo>
                      <a:pt x="13" y="82"/>
                      <a:pt x="0" y="161"/>
                      <a:pt x="29" y="218"/>
                    </a:cubicBezTo>
                    <a:cubicBezTo>
                      <a:pt x="58" y="274"/>
                      <a:pt x="118" y="287"/>
                      <a:pt x="163" y="246"/>
                    </a:cubicBezTo>
                    <a:cubicBezTo>
                      <a:pt x="208" y="205"/>
                      <a:pt x="221" y="126"/>
                      <a:pt x="192" y="69"/>
                    </a:cubicBezTo>
                    <a:close/>
                    <a:moveTo>
                      <a:pt x="153" y="227"/>
                    </a:moveTo>
                    <a:cubicBezTo>
                      <a:pt x="116" y="260"/>
                      <a:pt x="68" y="250"/>
                      <a:pt x="44" y="204"/>
                    </a:cubicBezTo>
                    <a:cubicBezTo>
                      <a:pt x="21" y="158"/>
                      <a:pt x="31" y="93"/>
                      <a:pt x="68" y="60"/>
                    </a:cubicBezTo>
                    <a:cubicBezTo>
                      <a:pt x="105" y="27"/>
                      <a:pt x="154" y="37"/>
                      <a:pt x="177" y="83"/>
                    </a:cubicBezTo>
                    <a:cubicBezTo>
                      <a:pt x="201" y="129"/>
                      <a:pt x="190" y="194"/>
                      <a:pt x="153" y="22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" name="Google Shape;569;p23"/>
              <p:cNvSpPr/>
              <p:nvPr/>
            </p:nvSpPr>
            <p:spPr>
              <a:xfrm>
                <a:off x="6505019" y="2005233"/>
                <a:ext cx="101442" cy="123228"/>
              </a:xfrm>
              <a:custGeom>
                <a:avLst/>
                <a:gdLst/>
                <a:ahLst/>
                <a:cxnLst/>
                <a:rect l="l" t="t" r="r" b="b"/>
                <a:pathLst>
                  <a:path w="114" h="138" extrusionOk="0">
                    <a:moveTo>
                      <a:pt x="113" y="43"/>
                    </a:moveTo>
                    <a:cubicBezTo>
                      <a:pt x="112" y="50"/>
                      <a:pt x="103" y="52"/>
                      <a:pt x="100" y="53"/>
                    </a:cubicBezTo>
                    <a:cubicBezTo>
                      <a:pt x="100" y="53"/>
                      <a:pt x="100" y="53"/>
                      <a:pt x="100" y="53"/>
                    </a:cubicBezTo>
                    <a:cubicBezTo>
                      <a:pt x="99" y="53"/>
                      <a:pt x="100" y="53"/>
                      <a:pt x="99" y="53"/>
                    </a:cubicBezTo>
                    <a:cubicBezTo>
                      <a:pt x="99" y="54"/>
                      <a:pt x="100" y="55"/>
                      <a:pt x="103" y="58"/>
                    </a:cubicBezTo>
                    <a:cubicBezTo>
                      <a:pt x="106" y="61"/>
                      <a:pt x="109" y="65"/>
                      <a:pt x="108" y="73"/>
                    </a:cubicBezTo>
                    <a:cubicBezTo>
                      <a:pt x="108" y="76"/>
                      <a:pt x="106" y="78"/>
                      <a:pt x="104" y="79"/>
                    </a:cubicBezTo>
                    <a:cubicBezTo>
                      <a:pt x="100" y="82"/>
                      <a:pt x="95" y="83"/>
                      <a:pt x="95" y="83"/>
                    </a:cubicBezTo>
                    <a:cubicBezTo>
                      <a:pt x="95" y="83"/>
                      <a:pt x="95" y="83"/>
                      <a:pt x="95" y="83"/>
                    </a:cubicBezTo>
                    <a:cubicBezTo>
                      <a:pt x="96" y="84"/>
                      <a:pt x="106" y="89"/>
                      <a:pt x="103" y="100"/>
                    </a:cubicBezTo>
                    <a:cubicBezTo>
                      <a:pt x="101" y="111"/>
                      <a:pt x="85" y="110"/>
                      <a:pt x="85" y="111"/>
                    </a:cubicBezTo>
                    <a:cubicBezTo>
                      <a:pt x="85" y="111"/>
                      <a:pt x="89" y="113"/>
                      <a:pt x="92" y="116"/>
                    </a:cubicBezTo>
                    <a:cubicBezTo>
                      <a:pt x="93" y="118"/>
                      <a:pt x="94" y="121"/>
                      <a:pt x="92" y="124"/>
                    </a:cubicBezTo>
                    <a:cubicBezTo>
                      <a:pt x="89" y="130"/>
                      <a:pt x="79" y="133"/>
                      <a:pt x="72" y="135"/>
                    </a:cubicBezTo>
                    <a:cubicBezTo>
                      <a:pt x="71" y="135"/>
                      <a:pt x="70" y="135"/>
                      <a:pt x="69" y="136"/>
                    </a:cubicBezTo>
                    <a:cubicBezTo>
                      <a:pt x="68" y="136"/>
                      <a:pt x="68" y="136"/>
                      <a:pt x="68" y="136"/>
                    </a:cubicBezTo>
                    <a:cubicBezTo>
                      <a:pt x="67" y="136"/>
                      <a:pt x="67" y="136"/>
                      <a:pt x="67" y="136"/>
                    </a:cubicBezTo>
                    <a:cubicBezTo>
                      <a:pt x="50" y="138"/>
                      <a:pt x="26" y="137"/>
                      <a:pt x="15" y="127"/>
                    </a:cubicBezTo>
                    <a:cubicBezTo>
                      <a:pt x="11" y="123"/>
                      <a:pt x="11" y="111"/>
                      <a:pt x="14" y="104"/>
                    </a:cubicBezTo>
                    <a:cubicBezTo>
                      <a:pt x="0" y="94"/>
                      <a:pt x="3" y="71"/>
                      <a:pt x="12" y="67"/>
                    </a:cubicBezTo>
                    <a:cubicBezTo>
                      <a:pt x="0" y="47"/>
                      <a:pt x="7" y="37"/>
                      <a:pt x="17" y="33"/>
                    </a:cubicBezTo>
                    <a:cubicBezTo>
                      <a:pt x="14" y="14"/>
                      <a:pt x="26" y="2"/>
                      <a:pt x="33" y="0"/>
                    </a:cubicBezTo>
                    <a:cubicBezTo>
                      <a:pt x="41" y="0"/>
                      <a:pt x="54" y="3"/>
                      <a:pt x="73" y="10"/>
                    </a:cubicBezTo>
                    <a:cubicBezTo>
                      <a:pt x="73" y="10"/>
                      <a:pt x="73" y="10"/>
                      <a:pt x="73" y="10"/>
                    </a:cubicBezTo>
                    <a:cubicBezTo>
                      <a:pt x="73" y="10"/>
                      <a:pt x="73" y="11"/>
                      <a:pt x="74" y="11"/>
                    </a:cubicBezTo>
                    <a:cubicBezTo>
                      <a:pt x="76" y="12"/>
                      <a:pt x="86" y="15"/>
                      <a:pt x="88" y="17"/>
                    </a:cubicBezTo>
                    <a:cubicBezTo>
                      <a:pt x="105" y="24"/>
                      <a:pt x="114" y="36"/>
                      <a:pt x="113" y="43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0" name="Google Shape;570;p23"/>
              <p:cNvSpPr/>
              <p:nvPr/>
            </p:nvSpPr>
            <p:spPr>
              <a:xfrm>
                <a:off x="6539741" y="1976639"/>
                <a:ext cx="118462" cy="117101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1" extrusionOk="0">
                    <a:moveTo>
                      <a:pt x="133" y="86"/>
                    </a:moveTo>
                    <a:cubicBezTo>
                      <a:pt x="133" y="86"/>
                      <a:pt x="116" y="34"/>
                      <a:pt x="82" y="7"/>
                    </a:cubicBezTo>
                    <a:cubicBezTo>
                      <a:pt x="65" y="0"/>
                      <a:pt x="0" y="52"/>
                      <a:pt x="0" y="52"/>
                    </a:cubicBezTo>
                    <a:cubicBezTo>
                      <a:pt x="5" y="77"/>
                      <a:pt x="38" y="80"/>
                      <a:pt x="61" y="61"/>
                    </a:cubicBezTo>
                    <a:cubicBezTo>
                      <a:pt x="61" y="61"/>
                      <a:pt x="44" y="116"/>
                      <a:pt x="108" y="131"/>
                    </a:cubicBezTo>
                    <a:cubicBezTo>
                      <a:pt x="133" y="86"/>
                      <a:pt x="133" y="86"/>
                      <a:pt x="133" y="86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1" name="Google Shape;571;p23"/>
              <p:cNvSpPr/>
              <p:nvPr/>
            </p:nvSpPr>
            <p:spPr>
              <a:xfrm>
                <a:off x="6539741" y="2022935"/>
                <a:ext cx="60593" cy="51061"/>
              </a:xfrm>
              <a:custGeom>
                <a:avLst/>
                <a:gdLst/>
                <a:ahLst/>
                <a:cxnLst/>
                <a:rect l="l" t="t" r="r" b="b"/>
                <a:pathLst>
                  <a:path w="68" h="57" extrusionOk="0">
                    <a:moveTo>
                      <a:pt x="0" y="0"/>
                    </a:moveTo>
                    <a:cubicBezTo>
                      <a:pt x="0" y="6"/>
                      <a:pt x="3" y="12"/>
                      <a:pt x="8" y="16"/>
                    </a:cubicBezTo>
                    <a:cubicBezTo>
                      <a:pt x="13" y="20"/>
                      <a:pt x="19" y="22"/>
                      <a:pt x="26" y="23"/>
                    </a:cubicBezTo>
                    <a:cubicBezTo>
                      <a:pt x="26" y="23"/>
                      <a:pt x="27" y="23"/>
                      <a:pt x="28" y="23"/>
                    </a:cubicBezTo>
                    <a:cubicBezTo>
                      <a:pt x="33" y="23"/>
                      <a:pt x="39" y="22"/>
                      <a:pt x="44" y="20"/>
                    </a:cubicBezTo>
                    <a:cubicBezTo>
                      <a:pt x="49" y="19"/>
                      <a:pt x="53" y="17"/>
                      <a:pt x="57" y="15"/>
                    </a:cubicBezTo>
                    <a:cubicBezTo>
                      <a:pt x="56" y="19"/>
                      <a:pt x="56" y="24"/>
                      <a:pt x="57" y="28"/>
                    </a:cubicBezTo>
                    <a:cubicBezTo>
                      <a:pt x="57" y="29"/>
                      <a:pt x="57" y="31"/>
                      <a:pt x="57" y="32"/>
                    </a:cubicBezTo>
                    <a:cubicBezTo>
                      <a:pt x="57" y="32"/>
                      <a:pt x="57" y="32"/>
                      <a:pt x="57" y="32"/>
                    </a:cubicBezTo>
                    <a:cubicBezTo>
                      <a:pt x="57" y="32"/>
                      <a:pt x="57" y="32"/>
                      <a:pt x="57" y="32"/>
                    </a:cubicBezTo>
                    <a:cubicBezTo>
                      <a:pt x="57" y="34"/>
                      <a:pt x="57" y="36"/>
                      <a:pt x="58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9" y="41"/>
                      <a:pt x="59" y="43"/>
                      <a:pt x="60" y="46"/>
                    </a:cubicBezTo>
                    <a:cubicBezTo>
                      <a:pt x="62" y="50"/>
                      <a:pt x="64" y="54"/>
                      <a:pt x="67" y="57"/>
                    </a:cubicBezTo>
                    <a:cubicBezTo>
                      <a:pt x="68" y="57"/>
                      <a:pt x="68" y="56"/>
                      <a:pt x="68" y="55"/>
                    </a:cubicBezTo>
                    <a:cubicBezTo>
                      <a:pt x="53" y="34"/>
                      <a:pt x="61" y="9"/>
                      <a:pt x="61" y="9"/>
                    </a:cubicBezTo>
                    <a:cubicBezTo>
                      <a:pt x="51" y="17"/>
                      <a:pt x="40" y="22"/>
                      <a:pt x="29" y="22"/>
                    </a:cubicBezTo>
                    <a:cubicBezTo>
                      <a:pt x="15" y="22"/>
                      <a:pt x="3" y="14"/>
                      <a:pt x="0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2" name="Google Shape;572;p23"/>
              <p:cNvSpPr/>
              <p:nvPr/>
            </p:nvSpPr>
            <p:spPr>
              <a:xfrm>
                <a:off x="6533614" y="2097825"/>
                <a:ext cx="53785" cy="10893"/>
              </a:xfrm>
              <a:custGeom>
                <a:avLst/>
                <a:gdLst/>
                <a:ahLst/>
                <a:cxnLst/>
                <a:rect l="l" t="t" r="r" b="b"/>
                <a:pathLst>
                  <a:path w="60" h="12" extrusionOk="0">
                    <a:moveTo>
                      <a:pt x="0" y="0"/>
                    </a:moveTo>
                    <a:cubicBezTo>
                      <a:pt x="60" y="12"/>
                      <a:pt x="60" y="12"/>
                      <a:pt x="60" y="12"/>
                    </a:cubicBezTo>
                    <a:cubicBezTo>
                      <a:pt x="57" y="9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3" name="Google Shape;573;p23"/>
              <p:cNvSpPr/>
              <p:nvPr/>
            </p:nvSpPr>
            <p:spPr>
              <a:xfrm>
                <a:off x="6534295" y="2068549"/>
                <a:ext cx="63316" cy="10893"/>
              </a:xfrm>
              <a:custGeom>
                <a:avLst/>
                <a:gdLst/>
                <a:ahLst/>
                <a:cxnLst/>
                <a:rect l="l" t="t" r="r" b="b"/>
                <a:pathLst>
                  <a:path w="71" h="12" extrusionOk="0">
                    <a:moveTo>
                      <a:pt x="0" y="0"/>
                    </a:moveTo>
                    <a:cubicBezTo>
                      <a:pt x="62" y="12"/>
                      <a:pt x="62" y="12"/>
                      <a:pt x="62" y="12"/>
                    </a:cubicBezTo>
                    <a:cubicBezTo>
                      <a:pt x="62" y="12"/>
                      <a:pt x="67" y="11"/>
                      <a:pt x="71" y="8"/>
                    </a:cubicBezTo>
                    <a:cubicBezTo>
                      <a:pt x="71" y="8"/>
                      <a:pt x="71" y="8"/>
                      <a:pt x="71" y="8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4" name="Google Shape;574;p23"/>
              <p:cNvSpPr/>
              <p:nvPr/>
            </p:nvSpPr>
            <p:spPr>
              <a:xfrm>
                <a:off x="6539741" y="2042678"/>
                <a:ext cx="51742" cy="14297"/>
              </a:xfrm>
              <a:custGeom>
                <a:avLst/>
                <a:gdLst/>
                <a:ahLst/>
                <a:cxnLst/>
                <a:rect l="l" t="t" r="r" b="b"/>
                <a:pathLst>
                  <a:path w="58" h="16" extrusionOk="0">
                    <a:moveTo>
                      <a:pt x="0" y="0"/>
                    </a:moveTo>
                    <a:cubicBezTo>
                      <a:pt x="58" y="16"/>
                      <a:pt x="58" y="16"/>
                      <a:pt x="58" y="16"/>
                    </a:cubicBezTo>
                    <a:cubicBezTo>
                      <a:pt x="58" y="16"/>
                      <a:pt x="58" y="16"/>
                      <a:pt x="58" y="16"/>
                    </a:cubicBezTo>
                    <a:cubicBezTo>
                      <a:pt x="58" y="15"/>
                      <a:pt x="57" y="11"/>
                      <a:pt x="57" y="10"/>
                    </a:cubicBezTo>
                    <a:cubicBezTo>
                      <a:pt x="57" y="10"/>
                      <a:pt x="57" y="10"/>
                      <a:pt x="57" y="1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" name="Google Shape;575;p23"/>
              <p:cNvSpPr/>
              <p:nvPr/>
            </p:nvSpPr>
            <p:spPr>
              <a:xfrm>
                <a:off x="6590803" y="2051529"/>
                <a:ext cx="681" cy="5447"/>
              </a:xfrm>
              <a:custGeom>
                <a:avLst/>
                <a:gdLst/>
                <a:ahLst/>
                <a:cxnLst/>
                <a:rect l="l" t="t" r="r" b="b"/>
                <a:pathLst>
                  <a:path w="1" h="6" extrusionOk="0">
                    <a:moveTo>
                      <a:pt x="1" y="6"/>
                    </a:move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5C3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" name="Google Shape;576;p23"/>
              <p:cNvSpPr/>
              <p:nvPr/>
            </p:nvSpPr>
            <p:spPr>
              <a:xfrm>
                <a:off x="6601015" y="2027700"/>
                <a:ext cx="411214" cy="510615"/>
              </a:xfrm>
              <a:custGeom>
                <a:avLst/>
                <a:gdLst/>
                <a:ahLst/>
                <a:cxnLst/>
                <a:rect l="l" t="t" r="r" b="b"/>
                <a:pathLst>
                  <a:path w="461" h="573" extrusionOk="0">
                    <a:moveTo>
                      <a:pt x="461" y="327"/>
                    </a:moveTo>
                    <a:cubicBezTo>
                      <a:pt x="460" y="330"/>
                      <a:pt x="459" y="335"/>
                      <a:pt x="457" y="341"/>
                    </a:cubicBezTo>
                    <a:cubicBezTo>
                      <a:pt x="449" y="366"/>
                      <a:pt x="433" y="417"/>
                      <a:pt x="412" y="464"/>
                    </a:cubicBezTo>
                    <a:cubicBezTo>
                      <a:pt x="403" y="484"/>
                      <a:pt x="393" y="503"/>
                      <a:pt x="382" y="520"/>
                    </a:cubicBezTo>
                    <a:cubicBezTo>
                      <a:pt x="362" y="551"/>
                      <a:pt x="340" y="573"/>
                      <a:pt x="316" y="573"/>
                    </a:cubicBezTo>
                    <a:cubicBezTo>
                      <a:pt x="241" y="571"/>
                      <a:pt x="0" y="276"/>
                      <a:pt x="0" y="276"/>
                    </a:cubicBezTo>
                    <a:cubicBezTo>
                      <a:pt x="16" y="169"/>
                      <a:pt x="98" y="52"/>
                      <a:pt x="98" y="52"/>
                    </a:cubicBezTo>
                    <a:cubicBezTo>
                      <a:pt x="280" y="277"/>
                      <a:pt x="280" y="277"/>
                      <a:pt x="280" y="277"/>
                    </a:cubicBezTo>
                    <a:cubicBezTo>
                      <a:pt x="280" y="277"/>
                      <a:pt x="349" y="24"/>
                      <a:pt x="382" y="11"/>
                    </a:cubicBezTo>
                    <a:cubicBezTo>
                      <a:pt x="383" y="10"/>
                      <a:pt x="383" y="10"/>
                      <a:pt x="384" y="10"/>
                    </a:cubicBezTo>
                    <a:cubicBezTo>
                      <a:pt x="417" y="0"/>
                      <a:pt x="452" y="59"/>
                      <a:pt x="452" y="59"/>
                    </a:cubicBezTo>
                    <a:cubicBezTo>
                      <a:pt x="456" y="181"/>
                      <a:pt x="456" y="181"/>
                      <a:pt x="456" y="181"/>
                    </a:cubicBezTo>
                    <a:cubicBezTo>
                      <a:pt x="459" y="261"/>
                      <a:pt x="459" y="261"/>
                      <a:pt x="459" y="261"/>
                    </a:cubicBezTo>
                    <a:cubicBezTo>
                      <a:pt x="461" y="327"/>
                      <a:pt x="461" y="327"/>
                      <a:pt x="461" y="327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" name="Google Shape;577;p23"/>
              <p:cNvSpPr/>
              <p:nvPr/>
            </p:nvSpPr>
            <p:spPr>
              <a:xfrm>
                <a:off x="6904660" y="2201309"/>
                <a:ext cx="66040" cy="290029"/>
              </a:xfrm>
              <a:custGeom>
                <a:avLst/>
                <a:gdLst/>
                <a:ahLst/>
                <a:cxnLst/>
                <a:rect l="l" t="t" r="r" b="b"/>
                <a:pathLst>
                  <a:path w="74" h="325" extrusionOk="0">
                    <a:moveTo>
                      <a:pt x="42" y="0"/>
                    </a:moveTo>
                    <a:cubicBezTo>
                      <a:pt x="42" y="0"/>
                      <a:pt x="42" y="0"/>
                      <a:pt x="42" y="0"/>
                    </a:cubicBezTo>
                    <a:cubicBezTo>
                      <a:pt x="42" y="0"/>
                      <a:pt x="0" y="66"/>
                      <a:pt x="7" y="89"/>
                    </a:cubicBezTo>
                    <a:cubicBezTo>
                      <a:pt x="14" y="111"/>
                      <a:pt x="42" y="150"/>
                      <a:pt x="42" y="150"/>
                    </a:cubicBezTo>
                    <a:cubicBezTo>
                      <a:pt x="42" y="325"/>
                      <a:pt x="42" y="325"/>
                      <a:pt x="42" y="325"/>
                    </a:cubicBezTo>
                    <a:cubicBezTo>
                      <a:pt x="53" y="308"/>
                      <a:pt x="63" y="289"/>
                      <a:pt x="72" y="269"/>
                    </a:cubicBezTo>
                    <a:cubicBezTo>
                      <a:pt x="72" y="269"/>
                      <a:pt x="72" y="269"/>
                      <a:pt x="72" y="269"/>
                    </a:cubicBezTo>
                    <a:cubicBezTo>
                      <a:pt x="74" y="159"/>
                      <a:pt x="74" y="159"/>
                      <a:pt x="74" y="159"/>
                    </a:cubicBezTo>
                    <a:cubicBezTo>
                      <a:pt x="73" y="146"/>
                      <a:pt x="33" y="112"/>
                      <a:pt x="26" y="81"/>
                    </a:cubicBezTo>
                    <a:cubicBezTo>
                      <a:pt x="23" y="66"/>
                      <a:pt x="32" y="31"/>
                      <a:pt x="42" y="0"/>
                    </a:cubicBezTo>
                  </a:path>
                </a:pathLst>
              </a:custGeom>
              <a:solidFill>
                <a:srgbClr val="334157">
                  <a:alpha val="2911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8" name="Google Shape;578;p23"/>
              <p:cNvSpPr/>
              <p:nvPr/>
            </p:nvSpPr>
            <p:spPr>
              <a:xfrm>
                <a:off x="6925085" y="1981405"/>
                <a:ext cx="442532" cy="590271"/>
              </a:xfrm>
              <a:custGeom>
                <a:avLst/>
                <a:gdLst/>
                <a:ahLst/>
                <a:cxnLst/>
                <a:rect l="l" t="t" r="r" b="b"/>
                <a:pathLst>
                  <a:path w="496" h="662" extrusionOk="0">
                    <a:moveTo>
                      <a:pt x="496" y="88"/>
                    </a:moveTo>
                    <a:cubicBezTo>
                      <a:pt x="461" y="323"/>
                      <a:pt x="461" y="323"/>
                      <a:pt x="461" y="323"/>
                    </a:cubicBezTo>
                    <a:cubicBezTo>
                      <a:pt x="461" y="322"/>
                      <a:pt x="461" y="322"/>
                      <a:pt x="461" y="322"/>
                    </a:cubicBezTo>
                    <a:cubicBezTo>
                      <a:pt x="461" y="322"/>
                      <a:pt x="461" y="322"/>
                      <a:pt x="461" y="322"/>
                    </a:cubicBezTo>
                    <a:cubicBezTo>
                      <a:pt x="460" y="321"/>
                      <a:pt x="460" y="321"/>
                      <a:pt x="460" y="321"/>
                    </a:cubicBezTo>
                    <a:cubicBezTo>
                      <a:pt x="440" y="448"/>
                      <a:pt x="440" y="448"/>
                      <a:pt x="440" y="448"/>
                    </a:cubicBezTo>
                    <a:cubicBezTo>
                      <a:pt x="440" y="451"/>
                      <a:pt x="440" y="451"/>
                      <a:pt x="440" y="451"/>
                    </a:cubicBezTo>
                    <a:cubicBezTo>
                      <a:pt x="455" y="595"/>
                      <a:pt x="455" y="595"/>
                      <a:pt x="455" y="595"/>
                    </a:cubicBezTo>
                    <a:cubicBezTo>
                      <a:pt x="455" y="595"/>
                      <a:pt x="214" y="662"/>
                      <a:pt x="47" y="595"/>
                    </a:cubicBezTo>
                    <a:cubicBezTo>
                      <a:pt x="47" y="572"/>
                      <a:pt x="47" y="572"/>
                      <a:pt x="47" y="572"/>
                    </a:cubicBezTo>
                    <a:cubicBezTo>
                      <a:pt x="49" y="516"/>
                      <a:pt x="49" y="516"/>
                      <a:pt x="49" y="516"/>
                    </a:cubicBezTo>
                    <a:cubicBezTo>
                      <a:pt x="51" y="406"/>
                      <a:pt x="51" y="406"/>
                      <a:pt x="51" y="406"/>
                    </a:cubicBezTo>
                    <a:cubicBezTo>
                      <a:pt x="50" y="393"/>
                      <a:pt x="10" y="359"/>
                      <a:pt x="3" y="328"/>
                    </a:cubicBezTo>
                    <a:cubicBezTo>
                      <a:pt x="0" y="313"/>
                      <a:pt x="9" y="278"/>
                      <a:pt x="19" y="247"/>
                    </a:cubicBezTo>
                    <a:cubicBezTo>
                      <a:pt x="28" y="219"/>
                      <a:pt x="37" y="196"/>
                      <a:pt x="37" y="196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20" y="62"/>
                      <a:pt x="20" y="62"/>
                      <a:pt x="21" y="62"/>
                    </a:cubicBezTo>
                    <a:cubicBezTo>
                      <a:pt x="38" y="56"/>
                      <a:pt x="178" y="4"/>
                      <a:pt x="247" y="1"/>
                    </a:cubicBezTo>
                    <a:cubicBezTo>
                      <a:pt x="297" y="0"/>
                      <a:pt x="397" y="42"/>
                      <a:pt x="453" y="68"/>
                    </a:cubicBezTo>
                    <a:cubicBezTo>
                      <a:pt x="454" y="68"/>
                      <a:pt x="454" y="68"/>
                      <a:pt x="454" y="68"/>
                    </a:cubicBezTo>
                    <a:cubicBezTo>
                      <a:pt x="454" y="68"/>
                      <a:pt x="454" y="68"/>
                      <a:pt x="454" y="68"/>
                    </a:cubicBezTo>
                    <a:cubicBezTo>
                      <a:pt x="479" y="80"/>
                      <a:pt x="496" y="88"/>
                      <a:pt x="496" y="88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9" name="Google Shape;579;p23"/>
              <p:cNvSpPr/>
              <p:nvPr/>
            </p:nvSpPr>
            <p:spPr>
              <a:xfrm>
                <a:off x="6888321" y="2511763"/>
                <a:ext cx="822429" cy="1230922"/>
              </a:xfrm>
              <a:custGeom>
                <a:avLst/>
                <a:gdLst/>
                <a:ahLst/>
                <a:cxnLst/>
                <a:rect l="l" t="t" r="r" b="b"/>
                <a:pathLst>
                  <a:path w="922" h="1380" extrusionOk="0">
                    <a:moveTo>
                      <a:pt x="7" y="256"/>
                    </a:moveTo>
                    <a:cubicBezTo>
                      <a:pt x="7" y="1338"/>
                      <a:pt x="7" y="1338"/>
                      <a:pt x="7" y="1338"/>
                    </a:cubicBezTo>
                    <a:cubicBezTo>
                      <a:pt x="7" y="1338"/>
                      <a:pt x="81" y="1380"/>
                      <a:pt x="214" y="1380"/>
                    </a:cubicBezTo>
                    <a:cubicBezTo>
                      <a:pt x="348" y="1380"/>
                      <a:pt x="428" y="1368"/>
                      <a:pt x="428" y="1368"/>
                    </a:cubicBezTo>
                    <a:cubicBezTo>
                      <a:pt x="324" y="356"/>
                      <a:pt x="324" y="356"/>
                      <a:pt x="324" y="356"/>
                    </a:cubicBezTo>
                    <a:cubicBezTo>
                      <a:pt x="538" y="1366"/>
                      <a:pt x="538" y="1366"/>
                      <a:pt x="538" y="1366"/>
                    </a:cubicBezTo>
                    <a:cubicBezTo>
                      <a:pt x="538" y="1366"/>
                      <a:pt x="653" y="1354"/>
                      <a:pt x="743" y="1332"/>
                    </a:cubicBezTo>
                    <a:cubicBezTo>
                      <a:pt x="834" y="1310"/>
                      <a:pt x="922" y="1248"/>
                      <a:pt x="922" y="1248"/>
                    </a:cubicBezTo>
                    <a:cubicBezTo>
                      <a:pt x="600" y="208"/>
                      <a:pt x="600" y="208"/>
                      <a:pt x="600" y="208"/>
                    </a:cubicBezTo>
                    <a:cubicBezTo>
                      <a:pt x="566" y="75"/>
                      <a:pt x="484" y="3"/>
                      <a:pt x="480" y="0"/>
                    </a:cubicBezTo>
                    <a:cubicBezTo>
                      <a:pt x="480" y="0"/>
                      <a:pt x="480" y="0"/>
                      <a:pt x="480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8" y="0"/>
                      <a:pt x="0" y="143"/>
                      <a:pt x="7" y="256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0" name="Google Shape;580;p23"/>
              <p:cNvSpPr/>
              <p:nvPr/>
            </p:nvSpPr>
            <p:spPr>
              <a:xfrm>
                <a:off x="7078269" y="1878601"/>
                <a:ext cx="125271" cy="239648"/>
              </a:xfrm>
              <a:custGeom>
                <a:avLst/>
                <a:gdLst/>
                <a:ahLst/>
                <a:cxnLst/>
                <a:rect l="l" t="t" r="r" b="b"/>
                <a:pathLst>
                  <a:path w="140" h="269" extrusionOk="0">
                    <a:moveTo>
                      <a:pt x="0" y="142"/>
                    </a:moveTo>
                    <a:cubicBezTo>
                      <a:pt x="0" y="159"/>
                      <a:pt x="0" y="233"/>
                      <a:pt x="37" y="269"/>
                    </a:cubicBezTo>
                    <a:cubicBezTo>
                      <a:pt x="110" y="236"/>
                      <a:pt x="139" y="123"/>
                      <a:pt x="139" y="123"/>
                    </a:cubicBezTo>
                    <a:cubicBezTo>
                      <a:pt x="139" y="118"/>
                      <a:pt x="139" y="118"/>
                      <a:pt x="139" y="118"/>
                    </a:cubicBezTo>
                    <a:cubicBezTo>
                      <a:pt x="140" y="29"/>
                      <a:pt x="140" y="29"/>
                      <a:pt x="140" y="29"/>
                    </a:cubicBezTo>
                    <a:cubicBezTo>
                      <a:pt x="139" y="11"/>
                      <a:pt x="15" y="0"/>
                      <a:pt x="15" y="0"/>
                    </a:cubicBezTo>
                    <a:cubicBezTo>
                      <a:pt x="0" y="142"/>
                      <a:pt x="0" y="142"/>
                      <a:pt x="0" y="142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1" name="Google Shape;581;p23"/>
              <p:cNvSpPr/>
              <p:nvPr/>
            </p:nvSpPr>
            <p:spPr>
              <a:xfrm>
                <a:off x="7203540" y="1907876"/>
                <a:ext cx="0" cy="2246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25" extrusionOk="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2728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2" name="Google Shape;582;p23"/>
              <p:cNvSpPr/>
              <p:nvPr/>
            </p:nvSpPr>
            <p:spPr>
              <a:xfrm>
                <a:off x="7086439" y="1907876"/>
                <a:ext cx="117101" cy="61274"/>
              </a:xfrm>
              <a:custGeom>
                <a:avLst/>
                <a:gdLst/>
                <a:ahLst/>
                <a:cxnLst/>
                <a:rect l="l" t="t" r="r" b="b"/>
                <a:pathLst>
                  <a:path w="131" h="69" extrusionOk="0">
                    <a:moveTo>
                      <a:pt x="131" y="0"/>
                    </a:moveTo>
                    <a:cubicBezTo>
                      <a:pt x="100" y="30"/>
                      <a:pt x="51" y="64"/>
                      <a:pt x="11" y="64"/>
                    </a:cubicBezTo>
                    <a:cubicBezTo>
                      <a:pt x="7" y="64"/>
                      <a:pt x="4" y="63"/>
                      <a:pt x="1" y="63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64"/>
                      <a:pt x="14" y="69"/>
                      <a:pt x="35" y="69"/>
                    </a:cubicBezTo>
                    <a:cubicBezTo>
                      <a:pt x="61" y="69"/>
                      <a:pt x="98" y="61"/>
                      <a:pt x="131" y="25"/>
                    </a:cubicBezTo>
                    <a:cubicBezTo>
                      <a:pt x="131" y="0"/>
                      <a:pt x="131" y="0"/>
                      <a:pt x="131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3" name="Google Shape;583;p23"/>
              <p:cNvSpPr/>
              <p:nvPr/>
            </p:nvSpPr>
            <p:spPr>
              <a:xfrm>
                <a:off x="7004741" y="1678440"/>
                <a:ext cx="240330" cy="294795"/>
              </a:xfrm>
              <a:custGeom>
                <a:avLst/>
                <a:gdLst/>
                <a:ahLst/>
                <a:cxnLst/>
                <a:rect l="l" t="t" r="r" b="b"/>
                <a:pathLst>
                  <a:path w="270" h="330" extrusionOk="0">
                    <a:moveTo>
                      <a:pt x="2" y="168"/>
                    </a:moveTo>
                    <a:cubicBezTo>
                      <a:pt x="1" y="175"/>
                      <a:pt x="1" y="181"/>
                      <a:pt x="0" y="187"/>
                    </a:cubicBezTo>
                    <a:cubicBezTo>
                      <a:pt x="0" y="208"/>
                      <a:pt x="0" y="224"/>
                      <a:pt x="2" y="230"/>
                    </a:cubicBezTo>
                    <a:cubicBezTo>
                      <a:pt x="20" y="271"/>
                      <a:pt x="66" y="316"/>
                      <a:pt x="90" y="319"/>
                    </a:cubicBezTo>
                    <a:cubicBezTo>
                      <a:pt x="142" y="330"/>
                      <a:pt x="215" y="270"/>
                      <a:pt x="244" y="236"/>
                    </a:cubicBezTo>
                    <a:cubicBezTo>
                      <a:pt x="262" y="215"/>
                      <a:pt x="270" y="166"/>
                      <a:pt x="264" y="116"/>
                    </a:cubicBezTo>
                    <a:cubicBezTo>
                      <a:pt x="260" y="85"/>
                      <a:pt x="255" y="81"/>
                      <a:pt x="252" y="69"/>
                    </a:cubicBezTo>
                    <a:cubicBezTo>
                      <a:pt x="252" y="69"/>
                      <a:pt x="243" y="18"/>
                      <a:pt x="142" y="6"/>
                    </a:cubicBezTo>
                    <a:cubicBezTo>
                      <a:pt x="91" y="0"/>
                      <a:pt x="40" y="12"/>
                      <a:pt x="27" y="40"/>
                    </a:cubicBezTo>
                    <a:cubicBezTo>
                      <a:pt x="14" y="68"/>
                      <a:pt x="5" y="124"/>
                      <a:pt x="2" y="168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4" name="Google Shape;584;p23"/>
              <p:cNvSpPr/>
              <p:nvPr/>
            </p:nvSpPr>
            <p:spPr>
              <a:xfrm>
                <a:off x="7145670" y="1845241"/>
                <a:ext cx="43572" cy="21786"/>
              </a:xfrm>
              <a:custGeom>
                <a:avLst/>
                <a:gdLst/>
                <a:ahLst/>
                <a:cxnLst/>
                <a:rect l="l" t="t" r="r" b="b"/>
                <a:pathLst>
                  <a:path w="49" h="24" extrusionOk="0">
                    <a:moveTo>
                      <a:pt x="26" y="0"/>
                    </a:moveTo>
                    <a:cubicBezTo>
                      <a:pt x="25" y="0"/>
                      <a:pt x="24" y="0"/>
                      <a:pt x="23" y="0"/>
                    </a:cubicBezTo>
                    <a:cubicBezTo>
                      <a:pt x="10" y="1"/>
                      <a:pt x="0" y="14"/>
                      <a:pt x="0" y="14"/>
                    </a:cubicBezTo>
                    <a:cubicBezTo>
                      <a:pt x="0" y="14"/>
                      <a:pt x="11" y="24"/>
                      <a:pt x="23" y="24"/>
                    </a:cubicBezTo>
                    <a:cubicBezTo>
                      <a:pt x="24" y="24"/>
                      <a:pt x="25" y="24"/>
                      <a:pt x="25" y="24"/>
                    </a:cubicBezTo>
                    <a:cubicBezTo>
                      <a:pt x="39" y="22"/>
                      <a:pt x="49" y="10"/>
                      <a:pt x="49" y="10"/>
                    </a:cubicBezTo>
                    <a:cubicBezTo>
                      <a:pt x="49" y="10"/>
                      <a:pt x="38" y="0"/>
                      <a:pt x="26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5" name="Google Shape;585;p23"/>
              <p:cNvSpPr/>
              <p:nvPr/>
            </p:nvSpPr>
            <p:spPr>
              <a:xfrm>
                <a:off x="7004741" y="1828220"/>
                <a:ext cx="15659" cy="17020"/>
              </a:xfrm>
              <a:custGeom>
                <a:avLst/>
                <a:gdLst/>
                <a:ahLst/>
                <a:cxnLst/>
                <a:rect l="l" t="t" r="r" b="b"/>
                <a:pathLst>
                  <a:path w="18" h="19" extrusionOk="0">
                    <a:moveTo>
                      <a:pt x="2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7"/>
                      <a:pt x="1" y="13"/>
                      <a:pt x="0" y="19"/>
                    </a:cubicBezTo>
                    <a:cubicBezTo>
                      <a:pt x="1" y="19"/>
                      <a:pt x="2" y="19"/>
                      <a:pt x="3" y="19"/>
                    </a:cubicBezTo>
                    <a:cubicBezTo>
                      <a:pt x="11" y="19"/>
                      <a:pt x="18" y="15"/>
                      <a:pt x="18" y="15"/>
                    </a:cubicBezTo>
                    <a:cubicBezTo>
                      <a:pt x="18" y="15"/>
                      <a:pt x="12" y="4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6" name="Google Shape;586;p23"/>
              <p:cNvSpPr/>
              <p:nvPr/>
            </p:nvSpPr>
            <p:spPr>
              <a:xfrm>
                <a:off x="7028569" y="1805073"/>
                <a:ext cx="25191" cy="44934"/>
              </a:xfrm>
              <a:custGeom>
                <a:avLst/>
                <a:gdLst/>
                <a:ahLst/>
                <a:cxnLst/>
                <a:rect l="l" t="t" r="r" b="b"/>
                <a:pathLst>
                  <a:path w="28" h="50" extrusionOk="0">
                    <a:moveTo>
                      <a:pt x="0" y="0"/>
                    </a:moveTo>
                    <a:cubicBezTo>
                      <a:pt x="18" y="2"/>
                      <a:pt x="18" y="2"/>
                      <a:pt x="18" y="2"/>
                    </a:cubicBezTo>
                    <a:cubicBezTo>
                      <a:pt x="24" y="3"/>
                      <a:pt x="28" y="14"/>
                      <a:pt x="27" y="27"/>
                    </a:cubicBezTo>
                    <a:cubicBezTo>
                      <a:pt x="25" y="40"/>
                      <a:pt x="19" y="50"/>
                      <a:pt x="13" y="49"/>
                    </a:cubicBezTo>
                    <a:cubicBezTo>
                      <a:pt x="7" y="48"/>
                      <a:pt x="3" y="37"/>
                      <a:pt x="5" y="24"/>
                    </a:cubicBezTo>
                    <a:cubicBezTo>
                      <a:pt x="5" y="19"/>
                      <a:pt x="7" y="14"/>
                      <a:pt x="9" y="1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7" name="Google Shape;587;p23"/>
              <p:cNvSpPr/>
              <p:nvPr/>
            </p:nvSpPr>
            <p:spPr>
              <a:xfrm>
                <a:off x="7097332" y="1749245"/>
                <a:ext cx="61274" cy="64678"/>
              </a:xfrm>
              <a:custGeom>
                <a:avLst/>
                <a:gdLst/>
                <a:ahLst/>
                <a:cxnLst/>
                <a:rect l="l" t="t" r="r" b="b"/>
                <a:pathLst>
                  <a:path w="69" h="73" extrusionOk="0">
                    <a:moveTo>
                      <a:pt x="0" y="45"/>
                    </a:moveTo>
                    <a:cubicBezTo>
                      <a:pt x="0" y="45"/>
                      <a:pt x="41" y="31"/>
                      <a:pt x="69" y="73"/>
                    </a:cubicBezTo>
                    <a:cubicBezTo>
                      <a:pt x="69" y="73"/>
                      <a:pt x="42" y="0"/>
                      <a:pt x="0" y="4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8" name="Google Shape;588;p23"/>
              <p:cNvSpPr/>
              <p:nvPr/>
            </p:nvSpPr>
            <p:spPr>
              <a:xfrm>
                <a:off x="7010868" y="1752649"/>
                <a:ext cx="49019" cy="48338"/>
              </a:xfrm>
              <a:custGeom>
                <a:avLst/>
                <a:gdLst/>
                <a:ahLst/>
                <a:cxnLst/>
                <a:rect l="l" t="t" r="r" b="b"/>
                <a:pathLst>
                  <a:path w="55" h="54" extrusionOk="0">
                    <a:moveTo>
                      <a:pt x="55" y="38"/>
                    </a:moveTo>
                    <a:cubicBezTo>
                      <a:pt x="55" y="38"/>
                      <a:pt x="23" y="25"/>
                      <a:pt x="0" y="54"/>
                    </a:cubicBezTo>
                    <a:cubicBezTo>
                      <a:pt x="0" y="54"/>
                      <a:pt x="26" y="0"/>
                      <a:pt x="55" y="3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9" name="Google Shape;589;p23"/>
              <p:cNvSpPr/>
              <p:nvPr/>
            </p:nvSpPr>
            <p:spPr>
              <a:xfrm>
                <a:off x="7228049" y="1789414"/>
                <a:ext cx="66040" cy="129356"/>
              </a:xfrm>
              <a:custGeom>
                <a:avLst/>
                <a:gdLst/>
                <a:ahLst/>
                <a:cxnLst/>
                <a:rect l="l" t="t" r="r" b="b"/>
                <a:pathLst>
                  <a:path w="74" h="145" extrusionOk="0">
                    <a:moveTo>
                      <a:pt x="4" y="41"/>
                    </a:moveTo>
                    <a:cubicBezTo>
                      <a:pt x="4" y="41"/>
                      <a:pt x="21" y="0"/>
                      <a:pt x="48" y="3"/>
                    </a:cubicBezTo>
                    <a:cubicBezTo>
                      <a:pt x="74" y="6"/>
                      <a:pt x="58" y="145"/>
                      <a:pt x="0" y="85"/>
                    </a:cubicBezTo>
                    <a:lnTo>
                      <a:pt x="4" y="41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0" name="Google Shape;590;p23"/>
              <p:cNvSpPr/>
              <p:nvPr/>
            </p:nvSpPr>
            <p:spPr>
              <a:xfrm>
                <a:off x="7234857" y="1819370"/>
                <a:ext cx="33360" cy="27233"/>
              </a:xfrm>
              <a:custGeom>
                <a:avLst/>
                <a:gdLst/>
                <a:ahLst/>
                <a:cxnLst/>
                <a:rect l="l" t="t" r="r" b="b"/>
                <a:pathLst>
                  <a:path w="38" h="30" extrusionOk="0">
                    <a:moveTo>
                      <a:pt x="1" y="30"/>
                    </a:moveTo>
                    <a:cubicBezTo>
                      <a:pt x="2" y="30"/>
                      <a:pt x="3" y="30"/>
                      <a:pt x="3" y="29"/>
                    </a:cubicBezTo>
                    <a:cubicBezTo>
                      <a:pt x="3" y="29"/>
                      <a:pt x="6" y="19"/>
                      <a:pt x="13" y="17"/>
                    </a:cubicBezTo>
                    <a:cubicBezTo>
                      <a:pt x="16" y="16"/>
                      <a:pt x="19" y="17"/>
                      <a:pt x="23" y="20"/>
                    </a:cubicBezTo>
                    <a:cubicBezTo>
                      <a:pt x="24" y="20"/>
                      <a:pt x="25" y="20"/>
                      <a:pt x="25" y="20"/>
                    </a:cubicBezTo>
                    <a:cubicBezTo>
                      <a:pt x="26" y="19"/>
                      <a:pt x="26" y="18"/>
                      <a:pt x="25" y="17"/>
                    </a:cubicBezTo>
                    <a:cubicBezTo>
                      <a:pt x="20" y="14"/>
                      <a:pt x="16" y="13"/>
                      <a:pt x="12" y="14"/>
                    </a:cubicBezTo>
                    <a:cubicBezTo>
                      <a:pt x="11" y="14"/>
                      <a:pt x="10" y="15"/>
                      <a:pt x="9" y="15"/>
                    </a:cubicBezTo>
                    <a:cubicBezTo>
                      <a:pt x="14" y="8"/>
                      <a:pt x="20" y="4"/>
                      <a:pt x="25" y="4"/>
                    </a:cubicBezTo>
                    <a:cubicBezTo>
                      <a:pt x="28" y="5"/>
                      <a:pt x="31" y="7"/>
                      <a:pt x="33" y="11"/>
                    </a:cubicBezTo>
                    <a:cubicBezTo>
                      <a:pt x="34" y="14"/>
                      <a:pt x="35" y="17"/>
                      <a:pt x="35" y="17"/>
                    </a:cubicBezTo>
                    <a:cubicBezTo>
                      <a:pt x="35" y="17"/>
                      <a:pt x="36" y="18"/>
                      <a:pt x="37" y="18"/>
                    </a:cubicBezTo>
                    <a:cubicBezTo>
                      <a:pt x="38" y="18"/>
                      <a:pt x="38" y="17"/>
                      <a:pt x="38" y="16"/>
                    </a:cubicBezTo>
                    <a:cubicBezTo>
                      <a:pt x="38" y="15"/>
                      <a:pt x="36" y="3"/>
                      <a:pt x="26" y="1"/>
                    </a:cubicBezTo>
                    <a:cubicBezTo>
                      <a:pt x="16" y="0"/>
                      <a:pt x="4" y="12"/>
                      <a:pt x="0" y="28"/>
                    </a:cubicBezTo>
                    <a:cubicBezTo>
                      <a:pt x="0" y="29"/>
                      <a:pt x="0" y="30"/>
                      <a:pt x="1" y="30"/>
                    </a:cubicBez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" name="Google Shape;591;p23"/>
              <p:cNvSpPr/>
              <p:nvPr/>
            </p:nvSpPr>
            <p:spPr>
              <a:xfrm>
                <a:off x="6982954" y="1615124"/>
                <a:ext cx="307050" cy="194714"/>
              </a:xfrm>
              <a:custGeom>
                <a:avLst/>
                <a:gdLst/>
                <a:ahLst/>
                <a:cxnLst/>
                <a:rect l="l" t="t" r="r" b="b"/>
                <a:pathLst>
                  <a:path w="344" h="218" extrusionOk="0">
                    <a:moveTo>
                      <a:pt x="38" y="175"/>
                    </a:moveTo>
                    <a:cubicBezTo>
                      <a:pt x="38" y="175"/>
                      <a:pt x="93" y="160"/>
                      <a:pt x="116" y="109"/>
                    </a:cubicBezTo>
                    <a:cubicBezTo>
                      <a:pt x="116" y="109"/>
                      <a:pt x="163" y="212"/>
                      <a:pt x="290" y="218"/>
                    </a:cubicBezTo>
                    <a:cubicBezTo>
                      <a:pt x="290" y="218"/>
                      <a:pt x="293" y="164"/>
                      <a:pt x="344" y="175"/>
                    </a:cubicBezTo>
                    <a:cubicBezTo>
                      <a:pt x="344" y="175"/>
                      <a:pt x="340" y="87"/>
                      <a:pt x="280" y="44"/>
                    </a:cubicBezTo>
                    <a:cubicBezTo>
                      <a:pt x="219" y="0"/>
                      <a:pt x="137" y="38"/>
                      <a:pt x="137" y="38"/>
                    </a:cubicBezTo>
                    <a:cubicBezTo>
                      <a:pt x="137" y="38"/>
                      <a:pt x="120" y="18"/>
                      <a:pt x="75" y="35"/>
                    </a:cubicBezTo>
                    <a:cubicBezTo>
                      <a:pt x="30" y="52"/>
                      <a:pt x="0" y="177"/>
                      <a:pt x="0" y="177"/>
                    </a:cubicBezTo>
                    <a:cubicBezTo>
                      <a:pt x="0" y="177"/>
                      <a:pt x="24" y="180"/>
                      <a:pt x="38" y="1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" name="Google Shape;592;p23"/>
              <p:cNvSpPr/>
              <p:nvPr/>
            </p:nvSpPr>
            <p:spPr>
              <a:xfrm>
                <a:off x="7394850" y="2367429"/>
                <a:ext cx="39487" cy="211054"/>
              </a:xfrm>
              <a:custGeom>
                <a:avLst/>
                <a:gdLst/>
                <a:ahLst/>
                <a:cxnLst/>
                <a:rect l="l" t="t" r="r" b="b"/>
                <a:pathLst>
                  <a:path w="44" h="237" extrusionOk="0">
                    <a:moveTo>
                      <a:pt x="0" y="119"/>
                    </a:moveTo>
                    <a:cubicBezTo>
                      <a:pt x="0" y="184"/>
                      <a:pt x="16" y="237"/>
                      <a:pt x="16" y="237"/>
                    </a:cubicBezTo>
                    <a:cubicBezTo>
                      <a:pt x="16" y="237"/>
                      <a:pt x="44" y="184"/>
                      <a:pt x="44" y="119"/>
                    </a:cubicBezTo>
                    <a:cubicBezTo>
                      <a:pt x="44" y="53"/>
                      <a:pt x="22" y="0"/>
                      <a:pt x="22" y="0"/>
                    </a:cubicBezTo>
                    <a:cubicBezTo>
                      <a:pt x="22" y="0"/>
                      <a:pt x="0" y="53"/>
                      <a:pt x="0" y="119"/>
                    </a:cubicBezTo>
                    <a:close/>
                  </a:path>
                </a:pathLst>
              </a:custGeom>
              <a:solidFill>
                <a:srgbClr val="27314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" name="Google Shape;593;p23"/>
              <p:cNvSpPr/>
              <p:nvPr/>
            </p:nvSpPr>
            <p:spPr>
              <a:xfrm>
                <a:off x="7071461" y="2201990"/>
                <a:ext cx="322709" cy="447298"/>
              </a:xfrm>
              <a:custGeom>
                <a:avLst/>
                <a:gdLst/>
                <a:ahLst/>
                <a:cxnLst/>
                <a:rect l="l" t="t" r="r" b="b"/>
                <a:pathLst>
                  <a:path w="362" h="501" extrusionOk="0">
                    <a:moveTo>
                      <a:pt x="19" y="25"/>
                    </a:moveTo>
                    <a:cubicBezTo>
                      <a:pt x="312" y="0"/>
                      <a:pt x="312" y="0"/>
                      <a:pt x="312" y="0"/>
                    </a:cubicBezTo>
                    <a:cubicBezTo>
                      <a:pt x="319" y="1"/>
                      <a:pt x="325" y="7"/>
                      <a:pt x="326" y="15"/>
                    </a:cubicBezTo>
                    <a:cubicBezTo>
                      <a:pt x="361" y="459"/>
                      <a:pt x="361" y="459"/>
                      <a:pt x="361" y="459"/>
                    </a:cubicBezTo>
                    <a:cubicBezTo>
                      <a:pt x="362" y="469"/>
                      <a:pt x="353" y="477"/>
                      <a:pt x="343" y="476"/>
                    </a:cubicBezTo>
                    <a:cubicBezTo>
                      <a:pt x="50" y="501"/>
                      <a:pt x="50" y="501"/>
                      <a:pt x="50" y="501"/>
                    </a:cubicBezTo>
                    <a:cubicBezTo>
                      <a:pt x="42" y="500"/>
                      <a:pt x="36" y="494"/>
                      <a:pt x="36" y="486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0" y="33"/>
                      <a:pt x="9" y="24"/>
                      <a:pt x="19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4" name="Google Shape;594;p23"/>
              <p:cNvSpPr/>
              <p:nvPr/>
            </p:nvSpPr>
            <p:spPr>
              <a:xfrm>
                <a:off x="7197413" y="2319091"/>
                <a:ext cx="70800" cy="72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5" name="Google Shape;595;p23"/>
              <p:cNvSpPr/>
              <p:nvPr/>
            </p:nvSpPr>
            <p:spPr>
              <a:xfrm>
                <a:off x="7270941" y="2312283"/>
                <a:ext cx="171567" cy="204927"/>
              </a:xfrm>
              <a:custGeom>
                <a:avLst/>
                <a:gdLst/>
                <a:ahLst/>
                <a:cxnLst/>
                <a:rect l="l" t="t" r="r" b="b"/>
                <a:pathLst>
                  <a:path w="192" h="230" extrusionOk="0">
                    <a:moveTo>
                      <a:pt x="128" y="230"/>
                    </a:moveTo>
                    <a:cubicBezTo>
                      <a:pt x="146" y="224"/>
                      <a:pt x="174" y="212"/>
                      <a:pt x="180" y="189"/>
                    </a:cubicBezTo>
                    <a:cubicBezTo>
                      <a:pt x="190" y="155"/>
                      <a:pt x="192" y="61"/>
                      <a:pt x="174" y="45"/>
                    </a:cubicBezTo>
                    <a:cubicBezTo>
                      <a:pt x="156" y="29"/>
                      <a:pt x="27" y="0"/>
                      <a:pt x="27" y="0"/>
                    </a:cubicBezTo>
                    <a:cubicBezTo>
                      <a:pt x="27" y="0"/>
                      <a:pt x="21" y="26"/>
                      <a:pt x="45" y="36"/>
                    </a:cubicBezTo>
                    <a:cubicBezTo>
                      <a:pt x="69" y="45"/>
                      <a:pt x="133" y="64"/>
                      <a:pt x="133" y="64"/>
                    </a:cubicBezTo>
                    <a:cubicBezTo>
                      <a:pt x="3" y="59"/>
                      <a:pt x="3" y="59"/>
                      <a:pt x="3" y="59"/>
                    </a:cubicBezTo>
                    <a:cubicBezTo>
                      <a:pt x="3" y="59"/>
                      <a:pt x="0" y="77"/>
                      <a:pt x="15" y="86"/>
                    </a:cubicBezTo>
                    <a:cubicBezTo>
                      <a:pt x="30" y="95"/>
                      <a:pt x="116" y="97"/>
                      <a:pt x="116" y="97"/>
                    </a:cubicBezTo>
                    <a:cubicBezTo>
                      <a:pt x="10" y="95"/>
                      <a:pt x="10" y="95"/>
                      <a:pt x="10" y="95"/>
                    </a:cubicBezTo>
                    <a:cubicBezTo>
                      <a:pt x="10" y="95"/>
                      <a:pt x="7" y="120"/>
                      <a:pt x="35" y="123"/>
                    </a:cubicBezTo>
                    <a:cubicBezTo>
                      <a:pt x="62" y="126"/>
                      <a:pt x="126" y="132"/>
                      <a:pt x="126" y="132"/>
                    </a:cubicBezTo>
                    <a:cubicBezTo>
                      <a:pt x="52" y="129"/>
                      <a:pt x="52" y="129"/>
                      <a:pt x="52" y="129"/>
                    </a:cubicBezTo>
                    <a:cubicBezTo>
                      <a:pt x="52" y="129"/>
                      <a:pt x="53" y="154"/>
                      <a:pt x="79" y="157"/>
                    </a:cubicBezTo>
                    <a:cubicBezTo>
                      <a:pt x="98" y="159"/>
                      <a:pt x="123" y="163"/>
                      <a:pt x="123" y="163"/>
                    </a:cubicBezTo>
                    <a:lnTo>
                      <a:pt x="128" y="230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6" name="Google Shape;596;p23"/>
              <p:cNvSpPr/>
              <p:nvPr/>
            </p:nvSpPr>
            <p:spPr>
              <a:xfrm>
                <a:off x="7104140" y="1805073"/>
                <a:ext cx="27233" cy="47657"/>
              </a:xfrm>
              <a:custGeom>
                <a:avLst/>
                <a:gdLst/>
                <a:ahLst/>
                <a:cxnLst/>
                <a:rect l="l" t="t" r="r" b="b"/>
                <a:pathLst>
                  <a:path w="30" h="53" extrusionOk="0">
                    <a:moveTo>
                      <a:pt x="0" y="0"/>
                    </a:moveTo>
                    <a:cubicBezTo>
                      <a:pt x="19" y="2"/>
                      <a:pt x="19" y="2"/>
                      <a:pt x="19" y="2"/>
                    </a:cubicBezTo>
                    <a:cubicBezTo>
                      <a:pt x="26" y="3"/>
                      <a:pt x="30" y="15"/>
                      <a:pt x="28" y="28"/>
                    </a:cubicBezTo>
                    <a:cubicBezTo>
                      <a:pt x="27" y="42"/>
                      <a:pt x="20" y="53"/>
                      <a:pt x="14" y="52"/>
                    </a:cubicBezTo>
                    <a:cubicBezTo>
                      <a:pt x="8" y="51"/>
                      <a:pt x="4" y="40"/>
                      <a:pt x="5" y="26"/>
                    </a:cubicBezTo>
                    <a:cubicBezTo>
                      <a:pt x="6" y="20"/>
                      <a:pt x="7" y="15"/>
                      <a:pt x="9" y="1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7" name="Google Shape;597;p23"/>
            <p:cNvGrpSpPr/>
            <p:nvPr/>
          </p:nvGrpSpPr>
          <p:grpSpPr>
            <a:xfrm>
              <a:off x="5350825" y="945922"/>
              <a:ext cx="669524" cy="947131"/>
              <a:chOff x="6000261" y="1225220"/>
              <a:chExt cx="627600" cy="887824"/>
            </a:xfrm>
          </p:grpSpPr>
          <p:sp>
            <p:nvSpPr>
              <p:cNvPr id="598" name="Google Shape;598;p23"/>
              <p:cNvSpPr/>
              <p:nvPr/>
            </p:nvSpPr>
            <p:spPr>
              <a:xfrm>
                <a:off x="6000261" y="1293145"/>
                <a:ext cx="627600" cy="8199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" name="Google Shape;599;p23"/>
              <p:cNvSpPr/>
              <p:nvPr/>
            </p:nvSpPr>
            <p:spPr>
              <a:xfrm>
                <a:off x="6000261" y="1225220"/>
                <a:ext cx="627579" cy="67924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8" extrusionOk="0">
                    <a:moveTo>
                      <a:pt x="68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718" y="78"/>
                      <a:pt x="718" y="78"/>
                      <a:pt x="718" y="78"/>
                    </a:cubicBezTo>
                    <a:cubicBezTo>
                      <a:pt x="718" y="37"/>
                      <a:pt x="718" y="37"/>
                      <a:pt x="718" y="37"/>
                    </a:cubicBezTo>
                    <a:cubicBezTo>
                      <a:pt x="718" y="16"/>
                      <a:pt x="701" y="0"/>
                      <a:pt x="6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0" name="Google Shape;600;p23"/>
              <p:cNvSpPr/>
              <p:nvPr/>
            </p:nvSpPr>
            <p:spPr>
              <a:xfrm>
                <a:off x="6029918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1" name="Google Shape;601;p23"/>
              <p:cNvSpPr/>
              <p:nvPr/>
            </p:nvSpPr>
            <p:spPr>
              <a:xfrm>
                <a:off x="6077752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2" name="Google Shape;602;p23"/>
              <p:cNvSpPr/>
              <p:nvPr/>
            </p:nvSpPr>
            <p:spPr>
              <a:xfrm>
                <a:off x="6126543" y="1243398"/>
                <a:ext cx="306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3" name="Google Shape;603;p23"/>
              <p:cNvSpPr/>
              <p:nvPr/>
            </p:nvSpPr>
            <p:spPr>
              <a:xfrm>
                <a:off x="6100712" y="1671989"/>
                <a:ext cx="97500" cy="142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4" name="Google Shape;604;p23"/>
              <p:cNvSpPr/>
              <p:nvPr/>
            </p:nvSpPr>
            <p:spPr>
              <a:xfrm>
                <a:off x="6248997" y="1573451"/>
                <a:ext cx="98400" cy="241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5" name="Google Shape;605;p23"/>
              <p:cNvSpPr/>
              <p:nvPr/>
            </p:nvSpPr>
            <p:spPr>
              <a:xfrm>
                <a:off x="6397281" y="1484480"/>
                <a:ext cx="97500" cy="330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6" name="Google Shape;606;p23"/>
              <p:cNvSpPr/>
              <p:nvPr/>
            </p:nvSpPr>
            <p:spPr>
              <a:xfrm>
                <a:off x="6135152" y="1338108"/>
                <a:ext cx="308049" cy="309007"/>
              </a:xfrm>
              <a:custGeom>
                <a:avLst/>
                <a:gdLst/>
                <a:ahLst/>
                <a:cxnLst/>
                <a:rect l="l" t="t" r="r" b="b"/>
                <a:pathLst>
                  <a:path w="352" h="353" extrusionOk="0">
                    <a:moveTo>
                      <a:pt x="351" y="56"/>
                    </a:moveTo>
                    <a:cubicBezTo>
                      <a:pt x="350" y="51"/>
                      <a:pt x="347" y="47"/>
                      <a:pt x="343" y="45"/>
                    </a:cubicBezTo>
                    <a:cubicBezTo>
                      <a:pt x="262" y="4"/>
                      <a:pt x="262" y="4"/>
                      <a:pt x="262" y="4"/>
                    </a:cubicBezTo>
                    <a:cubicBezTo>
                      <a:pt x="255" y="0"/>
                      <a:pt x="246" y="3"/>
                      <a:pt x="242" y="11"/>
                    </a:cubicBezTo>
                    <a:cubicBezTo>
                      <a:pt x="238" y="18"/>
                      <a:pt x="241" y="27"/>
                      <a:pt x="249" y="31"/>
                    </a:cubicBezTo>
                    <a:cubicBezTo>
                      <a:pt x="290" y="52"/>
                      <a:pt x="290" y="52"/>
                      <a:pt x="290" y="52"/>
                    </a:cubicBezTo>
                    <a:cubicBezTo>
                      <a:pt x="43" y="111"/>
                      <a:pt x="2" y="333"/>
                      <a:pt x="2" y="335"/>
                    </a:cubicBezTo>
                    <a:cubicBezTo>
                      <a:pt x="0" y="343"/>
                      <a:pt x="6" y="351"/>
                      <a:pt x="14" y="352"/>
                    </a:cubicBezTo>
                    <a:cubicBezTo>
                      <a:pt x="15" y="353"/>
                      <a:pt x="15" y="353"/>
                      <a:pt x="16" y="353"/>
                    </a:cubicBezTo>
                    <a:cubicBezTo>
                      <a:pt x="23" y="353"/>
                      <a:pt x="30" y="348"/>
                      <a:pt x="31" y="340"/>
                    </a:cubicBezTo>
                    <a:cubicBezTo>
                      <a:pt x="31" y="338"/>
                      <a:pt x="69" y="134"/>
                      <a:pt x="300" y="80"/>
                    </a:cubicBezTo>
                    <a:cubicBezTo>
                      <a:pt x="268" y="120"/>
                      <a:pt x="268" y="120"/>
                      <a:pt x="268" y="120"/>
                    </a:cubicBezTo>
                    <a:cubicBezTo>
                      <a:pt x="263" y="126"/>
                      <a:pt x="264" y="135"/>
                      <a:pt x="270" y="141"/>
                    </a:cubicBezTo>
                    <a:cubicBezTo>
                      <a:pt x="273" y="143"/>
                      <a:pt x="276" y="144"/>
                      <a:pt x="280" y="144"/>
                    </a:cubicBezTo>
                    <a:cubicBezTo>
                      <a:pt x="284" y="144"/>
                      <a:pt x="288" y="142"/>
                      <a:pt x="291" y="138"/>
                    </a:cubicBezTo>
                    <a:cubicBezTo>
                      <a:pt x="348" y="68"/>
                      <a:pt x="348" y="68"/>
                      <a:pt x="348" y="68"/>
                    </a:cubicBezTo>
                    <a:cubicBezTo>
                      <a:pt x="351" y="65"/>
                      <a:pt x="352" y="60"/>
                      <a:pt x="351" y="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7" name="Google Shape;607;p23"/>
              <p:cNvSpPr/>
              <p:nvPr/>
            </p:nvSpPr>
            <p:spPr>
              <a:xfrm>
                <a:off x="6072012" y="1876717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8" name="Google Shape;608;p23"/>
              <p:cNvSpPr/>
              <p:nvPr/>
            </p:nvSpPr>
            <p:spPr>
              <a:xfrm>
                <a:off x="6072012" y="1929334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9" name="Google Shape;609;p23"/>
              <p:cNvSpPr/>
              <p:nvPr/>
            </p:nvSpPr>
            <p:spPr>
              <a:xfrm>
                <a:off x="6124629" y="1981952"/>
                <a:ext cx="3777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0" name="Google Shape;610;p23"/>
              <p:cNvSpPr/>
              <p:nvPr/>
            </p:nvSpPr>
            <p:spPr>
              <a:xfrm>
                <a:off x="6192553" y="2034569"/>
                <a:ext cx="2421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1" name="Google Shape;611;p23"/>
            <p:cNvGrpSpPr/>
            <p:nvPr/>
          </p:nvGrpSpPr>
          <p:grpSpPr>
            <a:xfrm flipH="1">
              <a:off x="6374171" y="713259"/>
              <a:ext cx="588491" cy="951052"/>
              <a:chOff x="1062996" y="1340396"/>
              <a:chExt cx="588491" cy="951052"/>
            </a:xfrm>
          </p:grpSpPr>
          <p:sp>
            <p:nvSpPr>
              <p:cNvPr id="612" name="Google Shape;612;p23"/>
              <p:cNvSpPr/>
              <p:nvPr/>
            </p:nvSpPr>
            <p:spPr>
              <a:xfrm flipH="1">
                <a:off x="1127696" y="1466525"/>
                <a:ext cx="521965" cy="813973"/>
              </a:xfrm>
              <a:custGeom>
                <a:avLst/>
                <a:gdLst/>
                <a:ahLst/>
                <a:cxnLst/>
                <a:rect l="l" t="t" r="r" b="b"/>
                <a:pathLst>
                  <a:path w="313" h="487" extrusionOk="0">
                    <a:moveTo>
                      <a:pt x="115" y="395"/>
                    </a:moveTo>
                    <a:cubicBezTo>
                      <a:pt x="111" y="399"/>
                      <a:pt x="109" y="403"/>
                      <a:pt x="106" y="406"/>
                    </a:cubicBezTo>
                    <a:cubicBezTo>
                      <a:pt x="79" y="435"/>
                      <a:pt x="34" y="470"/>
                      <a:pt x="11" y="487"/>
                    </a:cubicBezTo>
                    <a:cubicBezTo>
                      <a:pt x="8" y="485"/>
                      <a:pt x="4" y="483"/>
                      <a:pt x="0" y="480"/>
                    </a:cubicBezTo>
                    <a:cubicBezTo>
                      <a:pt x="5" y="452"/>
                      <a:pt x="16" y="396"/>
                      <a:pt x="29" y="359"/>
                    </a:cubicBezTo>
                    <a:cubicBezTo>
                      <a:pt x="31" y="356"/>
                      <a:pt x="32" y="351"/>
                      <a:pt x="35" y="346"/>
                    </a:cubicBezTo>
                    <a:cubicBezTo>
                      <a:pt x="71" y="277"/>
                      <a:pt x="234" y="51"/>
                      <a:pt x="266" y="6"/>
                    </a:cubicBezTo>
                    <a:cubicBezTo>
                      <a:pt x="269" y="2"/>
                      <a:pt x="273" y="0"/>
                      <a:pt x="276" y="2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3" y="24"/>
                      <a:pt x="313" y="29"/>
                      <a:pt x="311" y="34"/>
                    </a:cubicBezTo>
                    <a:cubicBezTo>
                      <a:pt x="286" y="82"/>
                      <a:pt x="159" y="331"/>
                      <a:pt x="115" y="3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3" name="Google Shape;613;p23"/>
              <p:cNvSpPr/>
              <p:nvPr/>
            </p:nvSpPr>
            <p:spPr>
              <a:xfrm flipH="1">
                <a:off x="1458031" y="2045067"/>
                <a:ext cx="191631" cy="235432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41" extrusionOk="0">
                    <a:moveTo>
                      <a:pt x="115" y="49"/>
                    </a:moveTo>
                    <a:cubicBezTo>
                      <a:pt x="111" y="53"/>
                      <a:pt x="109" y="57"/>
                      <a:pt x="106" y="60"/>
                    </a:cubicBezTo>
                    <a:cubicBezTo>
                      <a:pt x="79" y="89"/>
                      <a:pt x="34" y="124"/>
                      <a:pt x="11" y="141"/>
                    </a:cubicBezTo>
                    <a:cubicBezTo>
                      <a:pt x="8" y="139"/>
                      <a:pt x="4" y="137"/>
                      <a:pt x="0" y="134"/>
                    </a:cubicBezTo>
                    <a:cubicBezTo>
                      <a:pt x="5" y="106"/>
                      <a:pt x="16" y="50"/>
                      <a:pt x="29" y="13"/>
                    </a:cubicBezTo>
                    <a:cubicBezTo>
                      <a:pt x="31" y="10"/>
                      <a:pt x="32" y="5"/>
                      <a:pt x="35" y="0"/>
                    </a:cubicBezTo>
                    <a:lnTo>
                      <a:pt x="115" y="4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4" name="Google Shape;614;p23"/>
              <p:cNvSpPr/>
              <p:nvPr/>
            </p:nvSpPr>
            <p:spPr>
              <a:xfrm flipH="1">
                <a:off x="1622286" y="2258597"/>
                <a:ext cx="29201" cy="32851"/>
              </a:xfrm>
              <a:custGeom>
                <a:avLst/>
                <a:gdLst/>
                <a:ahLst/>
                <a:cxnLst/>
                <a:rect l="l" t="t" r="r" b="b"/>
                <a:pathLst>
                  <a:path w="18" h="20" extrusionOk="0">
                    <a:moveTo>
                      <a:pt x="2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7"/>
                      <a:pt x="4" y="20"/>
                      <a:pt x="8" y="17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5" name="Google Shape;615;p23"/>
              <p:cNvSpPr/>
              <p:nvPr/>
            </p:nvSpPr>
            <p:spPr>
              <a:xfrm flipH="1">
                <a:off x="1062996" y="1340396"/>
                <a:ext cx="98553" cy="107679"/>
              </a:xfrm>
              <a:custGeom>
                <a:avLst/>
                <a:gdLst/>
                <a:ahLst/>
                <a:cxnLst/>
                <a:rect l="l" t="t" r="r" b="b"/>
                <a:pathLst>
                  <a:path w="59" h="64" extrusionOk="0">
                    <a:moveTo>
                      <a:pt x="47" y="5"/>
                    </a:moveTo>
                    <a:cubicBezTo>
                      <a:pt x="47" y="5"/>
                      <a:pt x="47" y="5"/>
                      <a:pt x="47" y="5"/>
                    </a:cubicBezTo>
                    <a:cubicBezTo>
                      <a:pt x="37" y="0"/>
                      <a:pt x="26" y="3"/>
                      <a:pt x="20" y="12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33" y="64"/>
                      <a:pt x="33" y="64"/>
                      <a:pt x="33" y="64"/>
                    </a:cubicBezTo>
                    <a:cubicBezTo>
                      <a:pt x="53" y="32"/>
                      <a:pt x="53" y="32"/>
                      <a:pt x="53" y="32"/>
                    </a:cubicBezTo>
                    <a:cubicBezTo>
                      <a:pt x="59" y="23"/>
                      <a:pt x="56" y="11"/>
                      <a:pt x="47" y="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6" name="Google Shape;616;p23"/>
              <p:cNvSpPr/>
              <p:nvPr/>
            </p:nvSpPr>
            <p:spPr>
              <a:xfrm flipH="1">
                <a:off x="1071120" y="1472001"/>
                <a:ext cx="155130" cy="366836"/>
              </a:xfrm>
              <a:custGeom>
                <a:avLst/>
                <a:gdLst/>
                <a:ahLst/>
                <a:cxnLst/>
                <a:rect l="l" t="t" r="r" b="b"/>
                <a:pathLst>
                  <a:path w="93" h="220" extrusionOk="0">
                    <a:moveTo>
                      <a:pt x="0" y="216"/>
                    </a:moveTo>
                    <a:cubicBezTo>
                      <a:pt x="76" y="34"/>
                      <a:pt x="76" y="34"/>
                      <a:pt x="76" y="34"/>
                    </a:cubicBezTo>
                    <a:cubicBezTo>
                      <a:pt x="77" y="32"/>
                      <a:pt x="76" y="31"/>
                      <a:pt x="75" y="30"/>
                    </a:cubicBezTo>
                    <a:cubicBezTo>
                      <a:pt x="46" y="12"/>
                      <a:pt x="46" y="12"/>
                      <a:pt x="46" y="12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83" y="17"/>
                      <a:pt x="83" y="17"/>
                      <a:pt x="83" y="17"/>
                    </a:cubicBezTo>
                    <a:cubicBezTo>
                      <a:pt x="90" y="22"/>
                      <a:pt x="93" y="31"/>
                      <a:pt x="90" y="40"/>
                    </a:cubicBezTo>
                    <a:cubicBezTo>
                      <a:pt x="90" y="40"/>
                      <a:pt x="29" y="185"/>
                      <a:pt x="22" y="203"/>
                    </a:cubicBezTo>
                    <a:cubicBezTo>
                      <a:pt x="15" y="220"/>
                      <a:pt x="0" y="216"/>
                      <a:pt x="0" y="2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7" name="Google Shape;617;p23"/>
              <p:cNvSpPr/>
              <p:nvPr/>
            </p:nvSpPr>
            <p:spPr>
              <a:xfrm flipH="1">
                <a:off x="1089372" y="1408123"/>
                <a:ext cx="142354" cy="118629"/>
              </a:xfrm>
              <a:custGeom>
                <a:avLst/>
                <a:gdLst/>
                <a:ahLst/>
                <a:cxnLst/>
                <a:rect l="l" t="t" r="r" b="b"/>
                <a:pathLst>
                  <a:path w="85" h="71" extrusionOk="0">
                    <a:moveTo>
                      <a:pt x="83" y="39"/>
                    </a:moveTo>
                    <a:cubicBezTo>
                      <a:pt x="21" y="2"/>
                      <a:pt x="21" y="2"/>
                      <a:pt x="21" y="2"/>
                    </a:cubicBezTo>
                    <a:cubicBezTo>
                      <a:pt x="19" y="0"/>
                      <a:pt x="16" y="2"/>
                      <a:pt x="14" y="4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28"/>
                      <a:pt x="0" y="31"/>
                      <a:pt x="2" y="32"/>
                    </a:cubicBezTo>
                    <a:cubicBezTo>
                      <a:pt x="64" y="70"/>
                      <a:pt x="64" y="70"/>
                      <a:pt x="64" y="70"/>
                    </a:cubicBezTo>
                    <a:cubicBezTo>
                      <a:pt x="67" y="71"/>
                      <a:pt x="70" y="70"/>
                      <a:pt x="71" y="67"/>
                    </a:cubicBezTo>
                    <a:cubicBezTo>
                      <a:pt x="84" y="47"/>
                      <a:pt x="84" y="47"/>
                      <a:pt x="84" y="47"/>
                    </a:cubicBezTo>
                    <a:cubicBezTo>
                      <a:pt x="85" y="44"/>
                      <a:pt x="85" y="41"/>
                      <a:pt x="83" y="3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8" name="Google Shape;618;p23"/>
            <p:cNvGrpSpPr/>
            <p:nvPr/>
          </p:nvGrpSpPr>
          <p:grpSpPr>
            <a:xfrm>
              <a:off x="4997878" y="2657014"/>
              <a:ext cx="471946" cy="712345"/>
              <a:chOff x="2047101" y="2145599"/>
              <a:chExt cx="407553" cy="615151"/>
            </a:xfrm>
          </p:grpSpPr>
          <p:sp>
            <p:nvSpPr>
              <p:cNvPr id="619" name="Google Shape;619;p23"/>
              <p:cNvSpPr/>
              <p:nvPr/>
            </p:nvSpPr>
            <p:spPr>
              <a:xfrm>
                <a:off x="2047101" y="2145599"/>
                <a:ext cx="407553" cy="615151"/>
              </a:xfrm>
              <a:custGeom>
                <a:avLst/>
                <a:gdLst/>
                <a:ahLst/>
                <a:cxnLst/>
                <a:rect l="l" t="t" r="r" b="b"/>
                <a:pathLst>
                  <a:path w="879" h="1325" extrusionOk="0">
                    <a:moveTo>
                      <a:pt x="879" y="55"/>
                    </a:moveTo>
                    <a:cubicBezTo>
                      <a:pt x="879" y="1270"/>
                      <a:pt x="879" y="1270"/>
                      <a:pt x="879" y="1270"/>
                    </a:cubicBezTo>
                    <a:cubicBezTo>
                      <a:pt x="879" y="1300"/>
                      <a:pt x="854" y="1325"/>
                      <a:pt x="824" y="1325"/>
                    </a:cubicBezTo>
                    <a:cubicBezTo>
                      <a:pt x="55" y="1325"/>
                      <a:pt x="55" y="1325"/>
                      <a:pt x="55" y="1325"/>
                    </a:cubicBezTo>
                    <a:cubicBezTo>
                      <a:pt x="25" y="1325"/>
                      <a:pt x="0" y="1300"/>
                      <a:pt x="0" y="1270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0" name="Google Shape;620;p23"/>
              <p:cNvSpPr/>
              <p:nvPr/>
            </p:nvSpPr>
            <p:spPr>
              <a:xfrm>
                <a:off x="2047101" y="2145599"/>
                <a:ext cx="407553" cy="203528"/>
              </a:xfrm>
              <a:custGeom>
                <a:avLst/>
                <a:gdLst/>
                <a:ahLst/>
                <a:cxnLst/>
                <a:rect l="l" t="t" r="r" b="b"/>
                <a:pathLst>
                  <a:path w="879" h="439" extrusionOk="0">
                    <a:moveTo>
                      <a:pt x="879" y="55"/>
                    </a:moveTo>
                    <a:cubicBezTo>
                      <a:pt x="879" y="439"/>
                      <a:pt x="879" y="439"/>
                      <a:pt x="879" y="439"/>
                    </a:cubicBezTo>
                    <a:cubicBezTo>
                      <a:pt x="0" y="439"/>
                      <a:pt x="0" y="439"/>
                      <a:pt x="0" y="439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1" name="Google Shape;621;p23"/>
              <p:cNvSpPr/>
              <p:nvPr/>
            </p:nvSpPr>
            <p:spPr>
              <a:xfrm>
                <a:off x="2080091" y="2234928"/>
                <a:ext cx="341100" cy="864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2" name="Google Shape;622;p23"/>
              <p:cNvSpPr/>
              <p:nvPr/>
            </p:nvSpPr>
            <p:spPr>
              <a:xfrm>
                <a:off x="2207483" y="2234928"/>
                <a:ext cx="194894" cy="86283"/>
              </a:xfrm>
              <a:custGeom>
                <a:avLst/>
                <a:gdLst/>
                <a:ahLst/>
                <a:cxnLst/>
                <a:rect l="l" t="t" r="r" b="b"/>
                <a:pathLst>
                  <a:path w="384" h="170" extrusionOk="0">
                    <a:moveTo>
                      <a:pt x="384" y="0"/>
                    </a:moveTo>
                    <a:lnTo>
                      <a:pt x="270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38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3" name="Google Shape;623;p23"/>
              <p:cNvSpPr/>
              <p:nvPr/>
            </p:nvSpPr>
            <p:spPr>
              <a:xfrm>
                <a:off x="2089734" y="2234928"/>
                <a:ext cx="125869" cy="86283"/>
              </a:xfrm>
              <a:custGeom>
                <a:avLst/>
                <a:gdLst/>
                <a:ahLst/>
                <a:cxnLst/>
                <a:rect l="l" t="t" r="r" b="b"/>
                <a:pathLst>
                  <a:path w="248" h="170" extrusionOk="0">
                    <a:moveTo>
                      <a:pt x="248" y="0"/>
                    </a:moveTo>
                    <a:lnTo>
                      <a:pt x="135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2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4" name="Google Shape;624;p23"/>
              <p:cNvSpPr/>
              <p:nvPr/>
            </p:nvSpPr>
            <p:spPr>
              <a:xfrm>
                <a:off x="2080091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" name="Google Shape;625;p23"/>
              <p:cNvSpPr/>
              <p:nvPr/>
            </p:nvSpPr>
            <p:spPr>
              <a:xfrm>
                <a:off x="2169925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6" name="Google Shape;626;p23"/>
              <p:cNvSpPr/>
              <p:nvPr/>
            </p:nvSpPr>
            <p:spPr>
              <a:xfrm>
                <a:off x="2259252" y="2420691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7" name="Google Shape;627;p23"/>
              <p:cNvSpPr/>
              <p:nvPr/>
            </p:nvSpPr>
            <p:spPr>
              <a:xfrm>
                <a:off x="2349086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" name="Google Shape;628;p23"/>
              <p:cNvSpPr/>
              <p:nvPr/>
            </p:nvSpPr>
            <p:spPr>
              <a:xfrm>
                <a:off x="2080091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9" name="Google Shape;629;p23"/>
              <p:cNvSpPr/>
              <p:nvPr/>
            </p:nvSpPr>
            <p:spPr>
              <a:xfrm>
                <a:off x="2169925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0" name="Google Shape;630;p23"/>
              <p:cNvSpPr/>
              <p:nvPr/>
            </p:nvSpPr>
            <p:spPr>
              <a:xfrm>
                <a:off x="2259252" y="2486165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1" name="Google Shape;631;p23"/>
              <p:cNvSpPr/>
              <p:nvPr/>
            </p:nvSpPr>
            <p:spPr>
              <a:xfrm>
                <a:off x="2349086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2" name="Google Shape;632;p23"/>
              <p:cNvSpPr/>
              <p:nvPr/>
            </p:nvSpPr>
            <p:spPr>
              <a:xfrm>
                <a:off x="2080091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3" name="Google Shape;633;p23"/>
              <p:cNvSpPr/>
              <p:nvPr/>
            </p:nvSpPr>
            <p:spPr>
              <a:xfrm>
                <a:off x="2169925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4" name="Google Shape;634;p23"/>
              <p:cNvSpPr/>
              <p:nvPr/>
            </p:nvSpPr>
            <p:spPr>
              <a:xfrm>
                <a:off x="2259252" y="2551131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5" name="Google Shape;635;p23"/>
              <p:cNvSpPr/>
              <p:nvPr/>
            </p:nvSpPr>
            <p:spPr>
              <a:xfrm>
                <a:off x="2349086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6" name="Google Shape;636;p23"/>
              <p:cNvSpPr/>
              <p:nvPr/>
            </p:nvSpPr>
            <p:spPr>
              <a:xfrm>
                <a:off x="2080091" y="2616098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7" name="Google Shape;637;p23"/>
              <p:cNvSpPr/>
              <p:nvPr/>
            </p:nvSpPr>
            <p:spPr>
              <a:xfrm>
                <a:off x="2169925" y="2616098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8" name="Google Shape;638;p23"/>
              <p:cNvSpPr/>
              <p:nvPr/>
            </p:nvSpPr>
            <p:spPr>
              <a:xfrm>
                <a:off x="2259252" y="2616098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9" name="Google Shape;639;p23"/>
              <p:cNvSpPr/>
              <p:nvPr/>
            </p:nvSpPr>
            <p:spPr>
              <a:xfrm>
                <a:off x="2080091" y="2681572"/>
                <a:ext cx="72070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6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4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0" name="Google Shape;640;p23"/>
              <p:cNvSpPr/>
              <p:nvPr/>
            </p:nvSpPr>
            <p:spPr>
              <a:xfrm>
                <a:off x="2169925" y="2681572"/>
                <a:ext cx="72070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6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1" name="Google Shape;641;p23"/>
              <p:cNvSpPr/>
              <p:nvPr/>
            </p:nvSpPr>
            <p:spPr>
              <a:xfrm>
                <a:off x="2259252" y="2681572"/>
                <a:ext cx="72578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6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2" name="Google Shape;642;p23"/>
              <p:cNvSpPr/>
              <p:nvPr/>
            </p:nvSpPr>
            <p:spPr>
              <a:xfrm>
                <a:off x="2349086" y="2616098"/>
                <a:ext cx="72070" cy="114706"/>
              </a:xfrm>
              <a:custGeom>
                <a:avLst/>
                <a:gdLst/>
                <a:ahLst/>
                <a:cxnLst/>
                <a:rect l="l" t="t" r="r" b="b"/>
                <a:pathLst>
                  <a:path w="156" h="247" extrusionOk="0">
                    <a:moveTo>
                      <a:pt x="156" y="26"/>
                    </a:moveTo>
                    <a:cubicBezTo>
                      <a:pt x="156" y="12"/>
                      <a:pt x="145" y="0"/>
                      <a:pt x="131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83"/>
                      <a:pt x="1" y="84"/>
                      <a:pt x="1" y="84"/>
                    </a:cubicBezTo>
                    <a:cubicBezTo>
                      <a:pt x="1" y="86"/>
                      <a:pt x="0" y="87"/>
                      <a:pt x="0" y="88"/>
                    </a:cubicBezTo>
                    <a:cubicBezTo>
                      <a:pt x="0" y="164"/>
                      <a:pt x="0" y="164"/>
                      <a:pt x="0" y="164"/>
                    </a:cubicBezTo>
                    <a:cubicBezTo>
                      <a:pt x="0" y="165"/>
                      <a:pt x="0" y="165"/>
                      <a:pt x="0" y="165"/>
                    </a:cubicBezTo>
                    <a:cubicBezTo>
                      <a:pt x="0" y="166"/>
                      <a:pt x="0" y="166"/>
                      <a:pt x="0" y="166"/>
                    </a:cubicBezTo>
                    <a:cubicBezTo>
                      <a:pt x="0" y="222"/>
                      <a:pt x="0" y="222"/>
                      <a:pt x="0" y="222"/>
                    </a:cubicBezTo>
                    <a:cubicBezTo>
                      <a:pt x="0" y="236"/>
                      <a:pt x="11" y="247"/>
                      <a:pt x="25" y="247"/>
                    </a:cubicBezTo>
                    <a:cubicBezTo>
                      <a:pt x="131" y="247"/>
                      <a:pt x="131" y="247"/>
                      <a:pt x="131" y="247"/>
                    </a:cubicBezTo>
                    <a:cubicBezTo>
                      <a:pt x="145" y="247"/>
                      <a:pt x="156" y="236"/>
                      <a:pt x="156" y="222"/>
                    </a:cubicBezTo>
                    <a:cubicBezTo>
                      <a:pt x="156" y="166"/>
                      <a:pt x="156" y="166"/>
                      <a:pt x="156" y="166"/>
                    </a:cubicBezTo>
                    <a:cubicBezTo>
                      <a:pt x="156" y="165"/>
                      <a:pt x="156" y="165"/>
                      <a:pt x="156" y="165"/>
                    </a:cubicBezTo>
                    <a:cubicBezTo>
                      <a:pt x="156" y="164"/>
                      <a:pt x="156" y="164"/>
                      <a:pt x="156" y="164"/>
                    </a:cubicBezTo>
                    <a:cubicBezTo>
                      <a:pt x="156" y="88"/>
                      <a:pt x="156" y="88"/>
                      <a:pt x="156" y="88"/>
                    </a:cubicBezTo>
                    <a:cubicBezTo>
                      <a:pt x="156" y="87"/>
                      <a:pt x="156" y="86"/>
                      <a:pt x="156" y="84"/>
                    </a:cubicBezTo>
                    <a:cubicBezTo>
                      <a:pt x="156" y="84"/>
                      <a:pt x="156" y="83"/>
                      <a:pt x="156" y="82"/>
                    </a:cubicBezTo>
                    <a:lnTo>
                      <a:pt x="156" y="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3" name="Google Shape;643;p23"/>
              <p:cNvSpPr/>
              <p:nvPr/>
            </p:nvSpPr>
            <p:spPr>
              <a:xfrm>
                <a:off x="2080091" y="2368413"/>
                <a:ext cx="65473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41" h="74" extrusionOk="0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4" name="Google Shape;644;p23"/>
              <p:cNvSpPr/>
              <p:nvPr/>
            </p:nvSpPr>
            <p:spPr>
              <a:xfrm>
                <a:off x="2355684" y="2368413"/>
                <a:ext cx="65473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41" h="74" extrusionOk="0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5" name="Google Shape;645;p23"/>
              <p:cNvSpPr/>
              <p:nvPr/>
            </p:nvSpPr>
            <p:spPr>
              <a:xfrm>
                <a:off x="2163327" y="2368413"/>
                <a:ext cx="49231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6" name="Google Shape;646;p23"/>
              <p:cNvSpPr/>
              <p:nvPr/>
            </p:nvSpPr>
            <p:spPr>
              <a:xfrm>
                <a:off x="2226262" y="2368413"/>
                <a:ext cx="49231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" name="Google Shape;647;p23"/>
              <p:cNvSpPr/>
              <p:nvPr/>
            </p:nvSpPr>
            <p:spPr>
              <a:xfrm>
                <a:off x="2289704" y="2368413"/>
                <a:ext cx="48724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" name="Google Shape;648;p23"/>
              <p:cNvSpPr/>
              <p:nvPr/>
            </p:nvSpPr>
            <p:spPr>
              <a:xfrm>
                <a:off x="2080091" y="2179097"/>
                <a:ext cx="121302" cy="26900"/>
              </a:xfrm>
              <a:custGeom>
                <a:avLst/>
                <a:gdLst/>
                <a:ahLst/>
                <a:cxnLst/>
                <a:rect l="l" t="t" r="r" b="b"/>
                <a:pathLst>
                  <a:path w="261" h="58" extrusionOk="0">
                    <a:moveTo>
                      <a:pt x="232" y="0"/>
                    </a:moveTo>
                    <a:cubicBezTo>
                      <a:pt x="29" y="0"/>
                      <a:pt x="29" y="0"/>
                      <a:pt x="29" y="0"/>
                    </a:cubicBezTo>
                    <a:cubicBezTo>
                      <a:pt x="13" y="0"/>
                      <a:pt x="0" y="13"/>
                      <a:pt x="0" y="29"/>
                    </a:cubicBezTo>
                    <a:cubicBezTo>
                      <a:pt x="0" y="45"/>
                      <a:pt x="13" y="58"/>
                      <a:pt x="29" y="58"/>
                    </a:cubicBezTo>
                    <a:cubicBezTo>
                      <a:pt x="232" y="58"/>
                      <a:pt x="232" y="58"/>
                      <a:pt x="232" y="58"/>
                    </a:cubicBezTo>
                    <a:cubicBezTo>
                      <a:pt x="248" y="58"/>
                      <a:pt x="261" y="45"/>
                      <a:pt x="261" y="29"/>
                    </a:cubicBezTo>
                    <a:cubicBezTo>
                      <a:pt x="261" y="13"/>
                      <a:pt x="248" y="0"/>
                      <a:pt x="2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9" name="Google Shape;649;p23"/>
            <p:cNvGrpSpPr/>
            <p:nvPr/>
          </p:nvGrpSpPr>
          <p:grpSpPr>
            <a:xfrm>
              <a:off x="7164619" y="1316177"/>
              <a:ext cx="415198" cy="415198"/>
              <a:chOff x="1404969" y="1106377"/>
              <a:chExt cx="415198" cy="415198"/>
            </a:xfrm>
          </p:grpSpPr>
          <p:sp>
            <p:nvSpPr>
              <p:cNvPr id="650" name="Google Shape;650;p23"/>
              <p:cNvSpPr/>
              <p:nvPr/>
            </p:nvSpPr>
            <p:spPr>
              <a:xfrm>
                <a:off x="1404969" y="1106377"/>
                <a:ext cx="415198" cy="415198"/>
              </a:xfrm>
              <a:custGeom>
                <a:avLst/>
                <a:gdLst/>
                <a:ahLst/>
                <a:cxnLst/>
                <a:rect l="l" t="t" r="r" b="b"/>
                <a:pathLst>
                  <a:path w="474" h="474" extrusionOk="0">
                    <a:moveTo>
                      <a:pt x="421" y="0"/>
                    </a:moveTo>
                    <a:cubicBezTo>
                      <a:pt x="52" y="0"/>
                      <a:pt x="52" y="0"/>
                      <a:pt x="52" y="0"/>
                    </a:cubicBezTo>
                    <a:cubicBezTo>
                      <a:pt x="23" y="0"/>
                      <a:pt x="0" y="23"/>
                      <a:pt x="0" y="52"/>
                    </a:cubicBezTo>
                    <a:cubicBezTo>
                      <a:pt x="0" y="421"/>
                      <a:pt x="0" y="421"/>
                      <a:pt x="0" y="421"/>
                    </a:cubicBezTo>
                    <a:cubicBezTo>
                      <a:pt x="0" y="451"/>
                      <a:pt x="23" y="474"/>
                      <a:pt x="52" y="474"/>
                    </a:cubicBezTo>
                    <a:cubicBezTo>
                      <a:pt x="421" y="474"/>
                      <a:pt x="421" y="474"/>
                      <a:pt x="421" y="474"/>
                    </a:cubicBezTo>
                    <a:cubicBezTo>
                      <a:pt x="451" y="474"/>
                      <a:pt x="474" y="451"/>
                      <a:pt x="474" y="421"/>
                    </a:cubicBezTo>
                    <a:cubicBezTo>
                      <a:pt x="474" y="52"/>
                      <a:pt x="474" y="52"/>
                      <a:pt x="474" y="52"/>
                    </a:cubicBezTo>
                    <a:cubicBezTo>
                      <a:pt x="474" y="23"/>
                      <a:pt x="451" y="0"/>
                      <a:pt x="4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" name="Google Shape;651;p23"/>
              <p:cNvSpPr/>
              <p:nvPr/>
            </p:nvSpPr>
            <p:spPr>
              <a:xfrm>
                <a:off x="1460456" y="1163778"/>
                <a:ext cx="304223" cy="299440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43" extrusionOk="0">
                    <a:moveTo>
                      <a:pt x="298" y="293"/>
                    </a:moveTo>
                    <a:cubicBezTo>
                      <a:pt x="311" y="280"/>
                      <a:pt x="321" y="265"/>
                      <a:pt x="330" y="248"/>
                    </a:cubicBezTo>
                    <a:cubicBezTo>
                      <a:pt x="330" y="248"/>
                      <a:pt x="330" y="248"/>
                      <a:pt x="330" y="248"/>
                    </a:cubicBezTo>
                    <a:cubicBezTo>
                      <a:pt x="304" y="235"/>
                      <a:pt x="304" y="235"/>
                      <a:pt x="304" y="235"/>
                    </a:cubicBezTo>
                    <a:cubicBezTo>
                      <a:pt x="310" y="221"/>
                      <a:pt x="315" y="206"/>
                      <a:pt x="317" y="192"/>
                    </a:cubicBezTo>
                    <a:cubicBezTo>
                      <a:pt x="346" y="196"/>
                      <a:pt x="346" y="196"/>
                      <a:pt x="346" y="196"/>
                    </a:cubicBezTo>
                    <a:cubicBezTo>
                      <a:pt x="348" y="178"/>
                      <a:pt x="348" y="160"/>
                      <a:pt x="345" y="142"/>
                    </a:cubicBezTo>
                    <a:cubicBezTo>
                      <a:pt x="316" y="147"/>
                      <a:pt x="316" y="147"/>
                      <a:pt x="316" y="147"/>
                    </a:cubicBezTo>
                    <a:cubicBezTo>
                      <a:pt x="313" y="132"/>
                      <a:pt x="308" y="118"/>
                      <a:pt x="301" y="104"/>
                    </a:cubicBezTo>
                    <a:cubicBezTo>
                      <a:pt x="327" y="90"/>
                      <a:pt x="327" y="90"/>
                      <a:pt x="327" y="90"/>
                    </a:cubicBezTo>
                    <a:cubicBezTo>
                      <a:pt x="318" y="74"/>
                      <a:pt x="307" y="60"/>
                      <a:pt x="294" y="47"/>
                    </a:cubicBezTo>
                    <a:cubicBezTo>
                      <a:pt x="274" y="68"/>
                      <a:pt x="274" y="68"/>
                      <a:pt x="274" y="68"/>
                    </a:cubicBezTo>
                    <a:cubicBezTo>
                      <a:pt x="264" y="58"/>
                      <a:pt x="251" y="49"/>
                      <a:pt x="238" y="42"/>
                    </a:cubicBezTo>
                    <a:cubicBezTo>
                      <a:pt x="237" y="42"/>
                      <a:pt x="237" y="42"/>
                      <a:pt x="237" y="42"/>
                    </a:cubicBezTo>
                    <a:cubicBezTo>
                      <a:pt x="250" y="16"/>
                      <a:pt x="250" y="16"/>
                      <a:pt x="250" y="16"/>
                    </a:cubicBezTo>
                    <a:cubicBezTo>
                      <a:pt x="234" y="8"/>
                      <a:pt x="216" y="3"/>
                      <a:pt x="198" y="0"/>
                    </a:cubicBezTo>
                    <a:cubicBezTo>
                      <a:pt x="194" y="29"/>
                      <a:pt x="194" y="29"/>
                      <a:pt x="194" y="29"/>
                    </a:cubicBezTo>
                    <a:cubicBezTo>
                      <a:pt x="179" y="27"/>
                      <a:pt x="164" y="27"/>
                      <a:pt x="149" y="30"/>
                    </a:cubicBezTo>
                    <a:cubicBezTo>
                      <a:pt x="144" y="1"/>
                      <a:pt x="144" y="1"/>
                      <a:pt x="144" y="1"/>
                    </a:cubicBezTo>
                    <a:cubicBezTo>
                      <a:pt x="126" y="4"/>
                      <a:pt x="109" y="10"/>
                      <a:pt x="93" y="19"/>
                    </a:cubicBezTo>
                    <a:cubicBezTo>
                      <a:pt x="106" y="45"/>
                      <a:pt x="106" y="45"/>
                      <a:pt x="106" y="45"/>
                    </a:cubicBezTo>
                    <a:cubicBezTo>
                      <a:pt x="93" y="52"/>
                      <a:pt x="81" y="61"/>
                      <a:pt x="70" y="72"/>
                    </a:cubicBezTo>
                    <a:cubicBezTo>
                      <a:pt x="49" y="51"/>
                      <a:pt x="49" y="51"/>
                      <a:pt x="49" y="51"/>
                    </a:cubicBezTo>
                    <a:cubicBezTo>
                      <a:pt x="37" y="64"/>
                      <a:pt x="26" y="79"/>
                      <a:pt x="18" y="96"/>
                    </a:cubicBezTo>
                    <a:cubicBezTo>
                      <a:pt x="18" y="96"/>
                      <a:pt x="18" y="96"/>
                      <a:pt x="18" y="96"/>
                    </a:cubicBezTo>
                    <a:cubicBezTo>
                      <a:pt x="44" y="108"/>
                      <a:pt x="44" y="108"/>
                      <a:pt x="44" y="108"/>
                    </a:cubicBezTo>
                    <a:cubicBezTo>
                      <a:pt x="38" y="122"/>
                      <a:pt x="33" y="137"/>
                      <a:pt x="31" y="152"/>
                    </a:cubicBezTo>
                    <a:cubicBezTo>
                      <a:pt x="2" y="148"/>
                      <a:pt x="2" y="148"/>
                      <a:pt x="2" y="148"/>
                    </a:cubicBezTo>
                    <a:cubicBezTo>
                      <a:pt x="0" y="166"/>
                      <a:pt x="0" y="184"/>
                      <a:pt x="3" y="202"/>
                    </a:cubicBezTo>
                    <a:cubicBezTo>
                      <a:pt x="32" y="197"/>
                      <a:pt x="32" y="197"/>
                      <a:pt x="32" y="197"/>
                    </a:cubicBezTo>
                    <a:cubicBezTo>
                      <a:pt x="35" y="212"/>
                      <a:pt x="40" y="226"/>
                      <a:pt x="47" y="239"/>
                    </a:cubicBezTo>
                    <a:cubicBezTo>
                      <a:pt x="21" y="253"/>
                      <a:pt x="21" y="253"/>
                      <a:pt x="21" y="253"/>
                    </a:cubicBezTo>
                    <a:cubicBezTo>
                      <a:pt x="29" y="269"/>
                      <a:pt x="40" y="284"/>
                      <a:pt x="53" y="296"/>
                    </a:cubicBezTo>
                    <a:cubicBezTo>
                      <a:pt x="74" y="275"/>
                      <a:pt x="74" y="275"/>
                      <a:pt x="74" y="275"/>
                    </a:cubicBezTo>
                    <a:cubicBezTo>
                      <a:pt x="84" y="286"/>
                      <a:pt x="97" y="295"/>
                      <a:pt x="110" y="301"/>
                    </a:cubicBezTo>
                    <a:cubicBezTo>
                      <a:pt x="111" y="301"/>
                      <a:pt x="111" y="301"/>
                      <a:pt x="111" y="301"/>
                    </a:cubicBezTo>
                    <a:cubicBezTo>
                      <a:pt x="98" y="328"/>
                      <a:pt x="98" y="328"/>
                      <a:pt x="98" y="328"/>
                    </a:cubicBezTo>
                    <a:cubicBezTo>
                      <a:pt x="114" y="336"/>
                      <a:pt x="132" y="341"/>
                      <a:pt x="150" y="343"/>
                    </a:cubicBezTo>
                    <a:cubicBezTo>
                      <a:pt x="154" y="315"/>
                      <a:pt x="154" y="315"/>
                      <a:pt x="154" y="315"/>
                    </a:cubicBezTo>
                    <a:cubicBezTo>
                      <a:pt x="169" y="317"/>
                      <a:pt x="184" y="316"/>
                      <a:pt x="199" y="314"/>
                    </a:cubicBezTo>
                    <a:cubicBezTo>
                      <a:pt x="204" y="343"/>
                      <a:pt x="204" y="343"/>
                      <a:pt x="204" y="343"/>
                    </a:cubicBezTo>
                    <a:cubicBezTo>
                      <a:pt x="222" y="339"/>
                      <a:pt x="239" y="334"/>
                      <a:pt x="255" y="325"/>
                    </a:cubicBezTo>
                    <a:cubicBezTo>
                      <a:pt x="241" y="299"/>
                      <a:pt x="241" y="299"/>
                      <a:pt x="241" y="299"/>
                    </a:cubicBezTo>
                    <a:cubicBezTo>
                      <a:pt x="255" y="292"/>
                      <a:pt x="267" y="283"/>
                      <a:pt x="277" y="272"/>
                    </a:cubicBezTo>
                    <a:lnTo>
                      <a:pt x="298" y="293"/>
                    </a:lnTo>
                    <a:close/>
                    <a:moveTo>
                      <a:pt x="140" y="240"/>
                    </a:moveTo>
                    <a:cubicBezTo>
                      <a:pt x="103" y="222"/>
                      <a:pt x="87" y="176"/>
                      <a:pt x="106" y="138"/>
                    </a:cubicBezTo>
                    <a:cubicBezTo>
                      <a:pt x="124" y="101"/>
                      <a:pt x="170" y="85"/>
                      <a:pt x="208" y="104"/>
                    </a:cubicBezTo>
                    <a:cubicBezTo>
                      <a:pt x="245" y="122"/>
                      <a:pt x="261" y="168"/>
                      <a:pt x="242" y="205"/>
                    </a:cubicBezTo>
                    <a:cubicBezTo>
                      <a:pt x="224" y="243"/>
                      <a:pt x="178" y="259"/>
                      <a:pt x="140" y="2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52" name="Google Shape;652;p23"/>
            <p:cNvSpPr/>
            <p:nvPr/>
          </p:nvSpPr>
          <p:spPr>
            <a:xfrm>
              <a:off x="3840701" y="867524"/>
              <a:ext cx="531600" cy="876850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3" name="Google Shape;653;p23"/>
            <p:cNvSpPr/>
            <p:nvPr/>
          </p:nvSpPr>
          <p:spPr>
            <a:xfrm>
              <a:off x="6535672" y="3138738"/>
              <a:ext cx="157450" cy="25972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4" name="Google Shape;654;p23"/>
            <p:cNvSpPr/>
            <p:nvPr/>
          </p:nvSpPr>
          <p:spPr>
            <a:xfrm>
              <a:off x="5627753" y="3138762"/>
              <a:ext cx="653350" cy="64479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20000" y="1063351"/>
            <a:ext cx="7704000" cy="39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>
                <a:solidFill>
                  <a:srgbClr val="201338"/>
                </a:solidFill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26" name="Google Shape;26;p4"/>
          <p:cNvGrpSpPr/>
          <p:nvPr/>
        </p:nvGrpSpPr>
        <p:grpSpPr>
          <a:xfrm>
            <a:off x="-2070957" y="-2181586"/>
            <a:ext cx="12789989" cy="9622630"/>
            <a:chOff x="-2070957" y="-2181586"/>
            <a:chExt cx="12789989" cy="9622630"/>
          </a:xfrm>
        </p:grpSpPr>
        <p:sp>
          <p:nvSpPr>
            <p:cNvPr id="27" name="Google Shape;27;p4"/>
            <p:cNvSpPr/>
            <p:nvPr/>
          </p:nvSpPr>
          <p:spPr>
            <a:xfrm rot="-7978753">
              <a:off x="7222940" y="-1435304"/>
              <a:ext cx="3098931" cy="2433851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8;p4"/>
            <p:cNvSpPr/>
            <p:nvPr/>
          </p:nvSpPr>
          <p:spPr>
            <a:xfrm rot="-2460279">
              <a:off x="-1652662" y="4289121"/>
              <a:ext cx="3098932" cy="2433850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" name="Google Shape;29;p4"/>
          <p:cNvGrpSpPr/>
          <p:nvPr/>
        </p:nvGrpSpPr>
        <p:grpSpPr>
          <a:xfrm>
            <a:off x="8350786" y="175533"/>
            <a:ext cx="627600" cy="887824"/>
            <a:chOff x="2443886" y="2869758"/>
            <a:chExt cx="627600" cy="887824"/>
          </a:xfrm>
        </p:grpSpPr>
        <p:sp>
          <p:nvSpPr>
            <p:cNvPr id="30" name="Google Shape;30;p4"/>
            <p:cNvSpPr/>
            <p:nvPr/>
          </p:nvSpPr>
          <p:spPr>
            <a:xfrm>
              <a:off x="2443886" y="2937682"/>
              <a:ext cx="627600" cy="819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31;p4"/>
            <p:cNvSpPr/>
            <p:nvPr/>
          </p:nvSpPr>
          <p:spPr>
            <a:xfrm>
              <a:off x="2443886" y="2869758"/>
              <a:ext cx="627579" cy="67924"/>
            </a:xfrm>
            <a:custGeom>
              <a:avLst/>
              <a:gdLst/>
              <a:ahLst/>
              <a:cxnLst/>
              <a:rect l="l" t="t" r="r" b="b"/>
              <a:pathLst>
                <a:path w="718" h="78" extrusionOk="0">
                  <a:moveTo>
                    <a:pt x="681" y="0"/>
                  </a:moveTo>
                  <a:cubicBezTo>
                    <a:pt x="37" y="0"/>
                    <a:pt x="37" y="0"/>
                    <a:pt x="37" y="0"/>
                  </a:cubicBezTo>
                  <a:cubicBezTo>
                    <a:pt x="16" y="0"/>
                    <a:pt x="0" y="16"/>
                    <a:pt x="0" y="37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718" y="78"/>
                    <a:pt x="718" y="78"/>
                    <a:pt x="718" y="78"/>
                  </a:cubicBezTo>
                  <a:cubicBezTo>
                    <a:pt x="718" y="37"/>
                    <a:pt x="718" y="37"/>
                    <a:pt x="718" y="37"/>
                  </a:cubicBezTo>
                  <a:cubicBezTo>
                    <a:pt x="718" y="16"/>
                    <a:pt x="701" y="0"/>
                    <a:pt x="6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2473543" y="2887935"/>
              <a:ext cx="31500" cy="30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33;p4"/>
            <p:cNvSpPr/>
            <p:nvPr/>
          </p:nvSpPr>
          <p:spPr>
            <a:xfrm>
              <a:off x="2521377" y="2887935"/>
              <a:ext cx="31500" cy="30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2570168" y="2887935"/>
              <a:ext cx="30600" cy="30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4"/>
            <p:cNvSpPr/>
            <p:nvPr/>
          </p:nvSpPr>
          <p:spPr>
            <a:xfrm>
              <a:off x="2544337" y="3316526"/>
              <a:ext cx="97500" cy="142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4"/>
            <p:cNvSpPr/>
            <p:nvPr/>
          </p:nvSpPr>
          <p:spPr>
            <a:xfrm>
              <a:off x="2692622" y="3217988"/>
              <a:ext cx="98400" cy="241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4"/>
            <p:cNvSpPr/>
            <p:nvPr/>
          </p:nvSpPr>
          <p:spPr>
            <a:xfrm>
              <a:off x="2840906" y="3129017"/>
              <a:ext cx="97500" cy="330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8;p4"/>
            <p:cNvSpPr/>
            <p:nvPr/>
          </p:nvSpPr>
          <p:spPr>
            <a:xfrm>
              <a:off x="2578777" y="2982646"/>
              <a:ext cx="308049" cy="309007"/>
            </a:xfrm>
            <a:custGeom>
              <a:avLst/>
              <a:gdLst/>
              <a:ahLst/>
              <a:cxnLst/>
              <a:rect l="l" t="t" r="r" b="b"/>
              <a:pathLst>
                <a:path w="352" h="353" extrusionOk="0">
                  <a:moveTo>
                    <a:pt x="351" y="56"/>
                  </a:moveTo>
                  <a:cubicBezTo>
                    <a:pt x="350" y="51"/>
                    <a:pt x="347" y="47"/>
                    <a:pt x="343" y="45"/>
                  </a:cubicBezTo>
                  <a:cubicBezTo>
                    <a:pt x="262" y="4"/>
                    <a:pt x="262" y="4"/>
                    <a:pt x="262" y="4"/>
                  </a:cubicBezTo>
                  <a:cubicBezTo>
                    <a:pt x="255" y="0"/>
                    <a:pt x="246" y="3"/>
                    <a:pt x="242" y="11"/>
                  </a:cubicBezTo>
                  <a:cubicBezTo>
                    <a:pt x="238" y="18"/>
                    <a:pt x="241" y="27"/>
                    <a:pt x="249" y="31"/>
                  </a:cubicBezTo>
                  <a:cubicBezTo>
                    <a:pt x="290" y="52"/>
                    <a:pt x="290" y="52"/>
                    <a:pt x="290" y="52"/>
                  </a:cubicBezTo>
                  <a:cubicBezTo>
                    <a:pt x="43" y="111"/>
                    <a:pt x="2" y="333"/>
                    <a:pt x="2" y="335"/>
                  </a:cubicBezTo>
                  <a:cubicBezTo>
                    <a:pt x="0" y="343"/>
                    <a:pt x="6" y="351"/>
                    <a:pt x="14" y="352"/>
                  </a:cubicBezTo>
                  <a:cubicBezTo>
                    <a:pt x="15" y="353"/>
                    <a:pt x="15" y="353"/>
                    <a:pt x="16" y="353"/>
                  </a:cubicBezTo>
                  <a:cubicBezTo>
                    <a:pt x="23" y="353"/>
                    <a:pt x="30" y="348"/>
                    <a:pt x="31" y="340"/>
                  </a:cubicBezTo>
                  <a:cubicBezTo>
                    <a:pt x="31" y="338"/>
                    <a:pt x="69" y="134"/>
                    <a:pt x="300" y="80"/>
                  </a:cubicBezTo>
                  <a:cubicBezTo>
                    <a:pt x="268" y="120"/>
                    <a:pt x="268" y="120"/>
                    <a:pt x="268" y="120"/>
                  </a:cubicBezTo>
                  <a:cubicBezTo>
                    <a:pt x="263" y="126"/>
                    <a:pt x="264" y="135"/>
                    <a:pt x="270" y="141"/>
                  </a:cubicBezTo>
                  <a:cubicBezTo>
                    <a:pt x="273" y="143"/>
                    <a:pt x="276" y="144"/>
                    <a:pt x="280" y="144"/>
                  </a:cubicBezTo>
                  <a:cubicBezTo>
                    <a:pt x="284" y="144"/>
                    <a:pt x="288" y="142"/>
                    <a:pt x="291" y="138"/>
                  </a:cubicBezTo>
                  <a:cubicBezTo>
                    <a:pt x="348" y="68"/>
                    <a:pt x="348" y="68"/>
                    <a:pt x="348" y="68"/>
                  </a:cubicBezTo>
                  <a:cubicBezTo>
                    <a:pt x="351" y="65"/>
                    <a:pt x="352" y="60"/>
                    <a:pt x="351" y="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9;p4"/>
            <p:cNvSpPr/>
            <p:nvPr/>
          </p:nvSpPr>
          <p:spPr>
            <a:xfrm>
              <a:off x="2515637" y="3521255"/>
              <a:ext cx="483000" cy="20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0;p4"/>
            <p:cNvSpPr/>
            <p:nvPr/>
          </p:nvSpPr>
          <p:spPr>
            <a:xfrm>
              <a:off x="2515637" y="3573872"/>
              <a:ext cx="483000" cy="20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2568254" y="3626489"/>
              <a:ext cx="377700" cy="20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2636178" y="3679106"/>
              <a:ext cx="242100" cy="20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" name="Google Shape;43;p4"/>
          <p:cNvGrpSpPr/>
          <p:nvPr/>
        </p:nvGrpSpPr>
        <p:grpSpPr>
          <a:xfrm>
            <a:off x="150790" y="217095"/>
            <a:ext cx="7996462" cy="5057956"/>
            <a:chOff x="150790" y="217095"/>
            <a:chExt cx="7996462" cy="5057956"/>
          </a:xfrm>
        </p:grpSpPr>
        <p:sp>
          <p:nvSpPr>
            <p:cNvPr id="44" name="Google Shape;44;p4"/>
            <p:cNvSpPr/>
            <p:nvPr/>
          </p:nvSpPr>
          <p:spPr>
            <a:xfrm>
              <a:off x="7820577" y="2170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5" name="Google Shape;45;p4"/>
            <p:cNvGrpSpPr/>
            <p:nvPr/>
          </p:nvGrpSpPr>
          <p:grpSpPr>
            <a:xfrm rot="-8329653">
              <a:off x="354633" y="4434969"/>
              <a:ext cx="451704" cy="788937"/>
              <a:chOff x="8579627" y="228750"/>
              <a:chExt cx="451723" cy="788970"/>
            </a:xfrm>
          </p:grpSpPr>
          <p:sp>
            <p:nvSpPr>
              <p:cNvPr id="46" name="Google Shape;46;p4"/>
              <p:cNvSpPr/>
              <p:nvPr/>
            </p:nvSpPr>
            <p:spPr>
              <a:xfrm>
                <a:off x="8579627" y="695320"/>
                <a:ext cx="326675" cy="322400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23" extrusionOk="0">
                    <a:moveTo>
                      <a:pt x="716" y="701"/>
                    </a:moveTo>
                    <a:cubicBezTo>
                      <a:pt x="746" y="669"/>
                      <a:pt x="771" y="634"/>
                      <a:pt x="791" y="594"/>
                    </a:cubicBezTo>
                    <a:cubicBezTo>
                      <a:pt x="791" y="593"/>
                      <a:pt x="791" y="593"/>
                      <a:pt x="791" y="593"/>
                    </a:cubicBezTo>
                    <a:cubicBezTo>
                      <a:pt x="729" y="563"/>
                      <a:pt x="729" y="563"/>
                      <a:pt x="729" y="563"/>
                    </a:cubicBezTo>
                    <a:cubicBezTo>
                      <a:pt x="745" y="529"/>
                      <a:pt x="755" y="494"/>
                      <a:pt x="760" y="459"/>
                    </a:cubicBezTo>
                    <a:cubicBezTo>
                      <a:pt x="829" y="469"/>
                      <a:pt x="829" y="469"/>
                      <a:pt x="829" y="469"/>
                    </a:cubicBezTo>
                    <a:cubicBezTo>
                      <a:pt x="835" y="426"/>
                      <a:pt x="835" y="382"/>
                      <a:pt x="827" y="339"/>
                    </a:cubicBezTo>
                    <a:cubicBezTo>
                      <a:pt x="758" y="351"/>
                      <a:pt x="758" y="351"/>
                      <a:pt x="758" y="351"/>
                    </a:cubicBezTo>
                    <a:cubicBezTo>
                      <a:pt x="752" y="315"/>
                      <a:pt x="740" y="281"/>
                      <a:pt x="723" y="249"/>
                    </a:cubicBezTo>
                    <a:cubicBezTo>
                      <a:pt x="785" y="216"/>
                      <a:pt x="785" y="216"/>
                      <a:pt x="785" y="216"/>
                    </a:cubicBezTo>
                    <a:cubicBezTo>
                      <a:pt x="764" y="177"/>
                      <a:pt x="738" y="143"/>
                      <a:pt x="706" y="112"/>
                    </a:cubicBezTo>
                    <a:cubicBezTo>
                      <a:pt x="658" y="163"/>
                      <a:pt x="658" y="163"/>
                      <a:pt x="658" y="163"/>
                    </a:cubicBezTo>
                    <a:cubicBezTo>
                      <a:pt x="633" y="138"/>
                      <a:pt x="603" y="117"/>
                      <a:pt x="570" y="101"/>
                    </a:cubicBezTo>
                    <a:cubicBezTo>
                      <a:pt x="569" y="101"/>
                      <a:pt x="569" y="101"/>
                      <a:pt x="569" y="101"/>
                    </a:cubicBezTo>
                    <a:cubicBezTo>
                      <a:pt x="600" y="38"/>
                      <a:pt x="600" y="38"/>
                      <a:pt x="600" y="38"/>
                    </a:cubicBezTo>
                    <a:cubicBezTo>
                      <a:pt x="561" y="19"/>
                      <a:pt x="519" y="6"/>
                      <a:pt x="476" y="0"/>
                    </a:cubicBezTo>
                    <a:cubicBezTo>
                      <a:pt x="466" y="69"/>
                      <a:pt x="466" y="69"/>
                      <a:pt x="466" y="69"/>
                    </a:cubicBezTo>
                    <a:cubicBezTo>
                      <a:pt x="430" y="64"/>
                      <a:pt x="393" y="65"/>
                      <a:pt x="358" y="71"/>
                    </a:cubicBezTo>
                    <a:cubicBezTo>
                      <a:pt x="346" y="2"/>
                      <a:pt x="346" y="2"/>
                      <a:pt x="346" y="2"/>
                    </a:cubicBezTo>
                    <a:cubicBezTo>
                      <a:pt x="303" y="10"/>
                      <a:pt x="261" y="24"/>
                      <a:pt x="223" y="44"/>
                    </a:cubicBezTo>
                    <a:cubicBezTo>
                      <a:pt x="256" y="106"/>
                      <a:pt x="256" y="106"/>
                      <a:pt x="256" y="106"/>
                    </a:cubicBezTo>
                    <a:cubicBezTo>
                      <a:pt x="224" y="123"/>
                      <a:pt x="195" y="145"/>
                      <a:pt x="169" y="171"/>
                    </a:cubicBezTo>
                    <a:cubicBezTo>
                      <a:pt x="119" y="122"/>
                      <a:pt x="119" y="122"/>
                      <a:pt x="119" y="122"/>
                    </a:cubicBezTo>
                    <a:cubicBezTo>
                      <a:pt x="89" y="153"/>
                      <a:pt x="64" y="189"/>
                      <a:pt x="45" y="228"/>
                    </a:cubicBezTo>
                    <a:cubicBezTo>
                      <a:pt x="44" y="229"/>
                      <a:pt x="44" y="229"/>
                      <a:pt x="44" y="229"/>
                    </a:cubicBezTo>
                    <a:cubicBezTo>
                      <a:pt x="107" y="259"/>
                      <a:pt x="107" y="259"/>
                      <a:pt x="107" y="259"/>
                    </a:cubicBezTo>
                    <a:cubicBezTo>
                      <a:pt x="91" y="293"/>
                      <a:pt x="80" y="328"/>
                      <a:pt x="75" y="363"/>
                    </a:cubicBezTo>
                    <a:cubicBezTo>
                      <a:pt x="6" y="353"/>
                      <a:pt x="6" y="353"/>
                      <a:pt x="6" y="353"/>
                    </a:cubicBezTo>
                    <a:cubicBezTo>
                      <a:pt x="0" y="396"/>
                      <a:pt x="1" y="440"/>
                      <a:pt x="8" y="483"/>
                    </a:cubicBezTo>
                    <a:cubicBezTo>
                      <a:pt x="77" y="471"/>
                      <a:pt x="77" y="471"/>
                      <a:pt x="77" y="471"/>
                    </a:cubicBezTo>
                    <a:cubicBezTo>
                      <a:pt x="84" y="507"/>
                      <a:pt x="95" y="541"/>
                      <a:pt x="112" y="573"/>
                    </a:cubicBezTo>
                    <a:cubicBezTo>
                      <a:pt x="50" y="606"/>
                      <a:pt x="50" y="606"/>
                      <a:pt x="50" y="606"/>
                    </a:cubicBezTo>
                    <a:cubicBezTo>
                      <a:pt x="71" y="644"/>
                      <a:pt x="97" y="679"/>
                      <a:pt x="128" y="710"/>
                    </a:cubicBezTo>
                    <a:cubicBezTo>
                      <a:pt x="177" y="660"/>
                      <a:pt x="177" y="660"/>
                      <a:pt x="177" y="660"/>
                    </a:cubicBezTo>
                    <a:cubicBezTo>
                      <a:pt x="202" y="684"/>
                      <a:pt x="232" y="705"/>
                      <a:pt x="265" y="722"/>
                    </a:cubicBezTo>
                    <a:cubicBezTo>
                      <a:pt x="266" y="722"/>
                      <a:pt x="266" y="722"/>
                      <a:pt x="266" y="722"/>
                    </a:cubicBezTo>
                    <a:cubicBezTo>
                      <a:pt x="235" y="784"/>
                      <a:pt x="235" y="784"/>
                      <a:pt x="235" y="784"/>
                    </a:cubicBezTo>
                    <a:cubicBezTo>
                      <a:pt x="274" y="804"/>
                      <a:pt x="316" y="817"/>
                      <a:pt x="359" y="823"/>
                    </a:cubicBezTo>
                    <a:cubicBezTo>
                      <a:pt x="369" y="754"/>
                      <a:pt x="369" y="754"/>
                      <a:pt x="369" y="754"/>
                    </a:cubicBezTo>
                    <a:cubicBezTo>
                      <a:pt x="405" y="759"/>
                      <a:pt x="442" y="758"/>
                      <a:pt x="477" y="752"/>
                    </a:cubicBezTo>
                    <a:cubicBezTo>
                      <a:pt x="489" y="821"/>
                      <a:pt x="489" y="821"/>
                      <a:pt x="489" y="821"/>
                    </a:cubicBezTo>
                    <a:cubicBezTo>
                      <a:pt x="532" y="813"/>
                      <a:pt x="573" y="799"/>
                      <a:pt x="612" y="779"/>
                    </a:cubicBezTo>
                    <a:cubicBezTo>
                      <a:pt x="579" y="717"/>
                      <a:pt x="579" y="717"/>
                      <a:pt x="579" y="717"/>
                    </a:cubicBezTo>
                    <a:cubicBezTo>
                      <a:pt x="611" y="700"/>
                      <a:pt x="640" y="678"/>
                      <a:pt x="666" y="652"/>
                    </a:cubicBezTo>
                    <a:lnTo>
                      <a:pt x="716" y="701"/>
                    </a:lnTo>
                    <a:close/>
                    <a:moveTo>
                      <a:pt x="337" y="575"/>
                    </a:moveTo>
                    <a:cubicBezTo>
                      <a:pt x="247" y="531"/>
                      <a:pt x="209" y="421"/>
                      <a:pt x="254" y="331"/>
                    </a:cubicBezTo>
                    <a:cubicBezTo>
                      <a:pt x="298" y="240"/>
                      <a:pt x="408" y="203"/>
                      <a:pt x="498" y="247"/>
                    </a:cubicBezTo>
                    <a:cubicBezTo>
                      <a:pt x="589" y="292"/>
                      <a:pt x="626" y="401"/>
                      <a:pt x="582" y="492"/>
                    </a:cubicBezTo>
                    <a:cubicBezTo>
                      <a:pt x="537" y="582"/>
                      <a:pt x="428" y="620"/>
                      <a:pt x="337" y="57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" name="Google Shape;47;p4"/>
              <p:cNvSpPr/>
              <p:nvPr/>
            </p:nvSpPr>
            <p:spPr>
              <a:xfrm>
                <a:off x="8846775" y="228750"/>
                <a:ext cx="184575" cy="182150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23" extrusionOk="0">
                    <a:moveTo>
                      <a:pt x="716" y="701"/>
                    </a:moveTo>
                    <a:cubicBezTo>
                      <a:pt x="746" y="669"/>
                      <a:pt x="771" y="634"/>
                      <a:pt x="791" y="594"/>
                    </a:cubicBezTo>
                    <a:cubicBezTo>
                      <a:pt x="791" y="593"/>
                      <a:pt x="791" y="593"/>
                      <a:pt x="791" y="593"/>
                    </a:cubicBezTo>
                    <a:cubicBezTo>
                      <a:pt x="729" y="563"/>
                      <a:pt x="729" y="563"/>
                      <a:pt x="729" y="563"/>
                    </a:cubicBezTo>
                    <a:cubicBezTo>
                      <a:pt x="745" y="529"/>
                      <a:pt x="755" y="494"/>
                      <a:pt x="760" y="459"/>
                    </a:cubicBezTo>
                    <a:cubicBezTo>
                      <a:pt x="829" y="469"/>
                      <a:pt x="829" y="469"/>
                      <a:pt x="829" y="469"/>
                    </a:cubicBezTo>
                    <a:cubicBezTo>
                      <a:pt x="835" y="426"/>
                      <a:pt x="835" y="382"/>
                      <a:pt x="827" y="339"/>
                    </a:cubicBezTo>
                    <a:cubicBezTo>
                      <a:pt x="758" y="351"/>
                      <a:pt x="758" y="351"/>
                      <a:pt x="758" y="351"/>
                    </a:cubicBezTo>
                    <a:cubicBezTo>
                      <a:pt x="752" y="315"/>
                      <a:pt x="740" y="281"/>
                      <a:pt x="723" y="249"/>
                    </a:cubicBezTo>
                    <a:cubicBezTo>
                      <a:pt x="785" y="216"/>
                      <a:pt x="785" y="216"/>
                      <a:pt x="785" y="216"/>
                    </a:cubicBezTo>
                    <a:cubicBezTo>
                      <a:pt x="764" y="177"/>
                      <a:pt x="738" y="143"/>
                      <a:pt x="706" y="112"/>
                    </a:cubicBezTo>
                    <a:cubicBezTo>
                      <a:pt x="658" y="163"/>
                      <a:pt x="658" y="163"/>
                      <a:pt x="658" y="163"/>
                    </a:cubicBezTo>
                    <a:cubicBezTo>
                      <a:pt x="633" y="138"/>
                      <a:pt x="603" y="117"/>
                      <a:pt x="570" y="101"/>
                    </a:cubicBezTo>
                    <a:cubicBezTo>
                      <a:pt x="569" y="101"/>
                      <a:pt x="569" y="101"/>
                      <a:pt x="569" y="101"/>
                    </a:cubicBezTo>
                    <a:cubicBezTo>
                      <a:pt x="600" y="38"/>
                      <a:pt x="600" y="38"/>
                      <a:pt x="600" y="38"/>
                    </a:cubicBezTo>
                    <a:cubicBezTo>
                      <a:pt x="561" y="19"/>
                      <a:pt x="519" y="6"/>
                      <a:pt x="476" y="0"/>
                    </a:cubicBezTo>
                    <a:cubicBezTo>
                      <a:pt x="466" y="69"/>
                      <a:pt x="466" y="69"/>
                      <a:pt x="466" y="69"/>
                    </a:cubicBezTo>
                    <a:cubicBezTo>
                      <a:pt x="430" y="64"/>
                      <a:pt x="393" y="65"/>
                      <a:pt x="358" y="71"/>
                    </a:cubicBezTo>
                    <a:cubicBezTo>
                      <a:pt x="346" y="2"/>
                      <a:pt x="346" y="2"/>
                      <a:pt x="346" y="2"/>
                    </a:cubicBezTo>
                    <a:cubicBezTo>
                      <a:pt x="303" y="10"/>
                      <a:pt x="261" y="24"/>
                      <a:pt x="223" y="44"/>
                    </a:cubicBezTo>
                    <a:cubicBezTo>
                      <a:pt x="256" y="106"/>
                      <a:pt x="256" y="106"/>
                      <a:pt x="256" y="106"/>
                    </a:cubicBezTo>
                    <a:cubicBezTo>
                      <a:pt x="224" y="123"/>
                      <a:pt x="195" y="145"/>
                      <a:pt x="169" y="171"/>
                    </a:cubicBezTo>
                    <a:cubicBezTo>
                      <a:pt x="119" y="122"/>
                      <a:pt x="119" y="122"/>
                      <a:pt x="119" y="122"/>
                    </a:cubicBezTo>
                    <a:cubicBezTo>
                      <a:pt x="89" y="153"/>
                      <a:pt x="64" y="189"/>
                      <a:pt x="45" y="228"/>
                    </a:cubicBezTo>
                    <a:cubicBezTo>
                      <a:pt x="44" y="229"/>
                      <a:pt x="44" y="229"/>
                      <a:pt x="44" y="229"/>
                    </a:cubicBezTo>
                    <a:cubicBezTo>
                      <a:pt x="107" y="259"/>
                      <a:pt x="107" y="259"/>
                      <a:pt x="107" y="259"/>
                    </a:cubicBezTo>
                    <a:cubicBezTo>
                      <a:pt x="91" y="293"/>
                      <a:pt x="80" y="328"/>
                      <a:pt x="75" y="363"/>
                    </a:cubicBezTo>
                    <a:cubicBezTo>
                      <a:pt x="6" y="353"/>
                      <a:pt x="6" y="353"/>
                      <a:pt x="6" y="353"/>
                    </a:cubicBezTo>
                    <a:cubicBezTo>
                      <a:pt x="0" y="396"/>
                      <a:pt x="1" y="440"/>
                      <a:pt x="8" y="483"/>
                    </a:cubicBezTo>
                    <a:cubicBezTo>
                      <a:pt x="77" y="471"/>
                      <a:pt x="77" y="471"/>
                      <a:pt x="77" y="471"/>
                    </a:cubicBezTo>
                    <a:cubicBezTo>
                      <a:pt x="84" y="507"/>
                      <a:pt x="95" y="541"/>
                      <a:pt x="112" y="573"/>
                    </a:cubicBezTo>
                    <a:cubicBezTo>
                      <a:pt x="50" y="606"/>
                      <a:pt x="50" y="606"/>
                      <a:pt x="50" y="606"/>
                    </a:cubicBezTo>
                    <a:cubicBezTo>
                      <a:pt x="71" y="644"/>
                      <a:pt x="97" y="679"/>
                      <a:pt x="128" y="710"/>
                    </a:cubicBezTo>
                    <a:cubicBezTo>
                      <a:pt x="177" y="660"/>
                      <a:pt x="177" y="660"/>
                      <a:pt x="177" y="660"/>
                    </a:cubicBezTo>
                    <a:cubicBezTo>
                      <a:pt x="202" y="684"/>
                      <a:pt x="232" y="705"/>
                      <a:pt x="265" y="722"/>
                    </a:cubicBezTo>
                    <a:cubicBezTo>
                      <a:pt x="266" y="722"/>
                      <a:pt x="266" y="722"/>
                      <a:pt x="266" y="722"/>
                    </a:cubicBezTo>
                    <a:cubicBezTo>
                      <a:pt x="235" y="784"/>
                      <a:pt x="235" y="784"/>
                      <a:pt x="235" y="784"/>
                    </a:cubicBezTo>
                    <a:cubicBezTo>
                      <a:pt x="274" y="804"/>
                      <a:pt x="316" y="817"/>
                      <a:pt x="359" y="823"/>
                    </a:cubicBezTo>
                    <a:cubicBezTo>
                      <a:pt x="369" y="754"/>
                      <a:pt x="369" y="754"/>
                      <a:pt x="369" y="754"/>
                    </a:cubicBezTo>
                    <a:cubicBezTo>
                      <a:pt x="405" y="759"/>
                      <a:pt x="442" y="758"/>
                      <a:pt x="477" y="752"/>
                    </a:cubicBezTo>
                    <a:cubicBezTo>
                      <a:pt x="489" y="821"/>
                      <a:pt x="489" y="821"/>
                      <a:pt x="489" y="821"/>
                    </a:cubicBezTo>
                    <a:cubicBezTo>
                      <a:pt x="532" y="813"/>
                      <a:pt x="573" y="799"/>
                      <a:pt x="612" y="779"/>
                    </a:cubicBezTo>
                    <a:cubicBezTo>
                      <a:pt x="579" y="717"/>
                      <a:pt x="579" y="717"/>
                      <a:pt x="579" y="717"/>
                    </a:cubicBezTo>
                    <a:cubicBezTo>
                      <a:pt x="611" y="700"/>
                      <a:pt x="640" y="678"/>
                      <a:pt x="666" y="652"/>
                    </a:cubicBezTo>
                    <a:lnTo>
                      <a:pt x="716" y="701"/>
                    </a:lnTo>
                    <a:close/>
                    <a:moveTo>
                      <a:pt x="337" y="575"/>
                    </a:moveTo>
                    <a:cubicBezTo>
                      <a:pt x="247" y="531"/>
                      <a:pt x="209" y="421"/>
                      <a:pt x="254" y="331"/>
                    </a:cubicBezTo>
                    <a:cubicBezTo>
                      <a:pt x="298" y="240"/>
                      <a:pt x="408" y="203"/>
                      <a:pt x="498" y="247"/>
                    </a:cubicBezTo>
                    <a:cubicBezTo>
                      <a:pt x="589" y="292"/>
                      <a:pt x="626" y="401"/>
                      <a:pt x="582" y="492"/>
                    </a:cubicBezTo>
                    <a:cubicBezTo>
                      <a:pt x="537" y="582"/>
                      <a:pt x="428" y="620"/>
                      <a:pt x="337" y="5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1517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3871075" y="2969400"/>
            <a:ext cx="4559700" cy="130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100" b="0"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 hasCustomPrompt="1"/>
          </p:nvPr>
        </p:nvSpPr>
        <p:spPr>
          <a:xfrm>
            <a:off x="3871075" y="2425725"/>
            <a:ext cx="996900" cy="701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400" b="0">
                <a:solidFill>
                  <a:schemeClr val="lt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3871075" y="4229000"/>
            <a:ext cx="45597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DM Sans 14pt"/>
                <a:ea typeface="DM Sans 14pt"/>
                <a:cs typeface="DM Sans 14pt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9" name="Google Shape;19;p3"/>
          <p:cNvGrpSpPr/>
          <p:nvPr/>
        </p:nvGrpSpPr>
        <p:grpSpPr>
          <a:xfrm>
            <a:off x="-3162649" y="-2703928"/>
            <a:ext cx="13165613" cy="11244425"/>
            <a:chOff x="-3162649" y="-2703928"/>
            <a:chExt cx="13165613" cy="11244425"/>
          </a:xfrm>
        </p:grpSpPr>
        <p:sp>
          <p:nvSpPr>
            <p:cNvPr id="20" name="Google Shape;20;p3"/>
            <p:cNvSpPr/>
            <p:nvPr/>
          </p:nvSpPr>
          <p:spPr>
            <a:xfrm rot="-8306489">
              <a:off x="6127382" y="-1119897"/>
              <a:ext cx="3381355" cy="2773073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;p3"/>
            <p:cNvSpPr/>
            <p:nvPr/>
          </p:nvSpPr>
          <p:spPr>
            <a:xfrm rot="-2526298">
              <a:off x="-1178945" y="-1980449"/>
              <a:ext cx="3213799" cy="2742785"/>
            </a:xfrm>
            <a:custGeom>
              <a:avLst/>
              <a:gdLst/>
              <a:ahLst/>
              <a:cxnLst/>
              <a:rect l="l" t="t" r="r" b="b"/>
              <a:pathLst>
                <a:path w="1480978" h="1263926" extrusionOk="0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3"/>
            <p:cNvSpPr/>
            <p:nvPr/>
          </p:nvSpPr>
          <p:spPr>
            <a:xfrm rot="7128936">
              <a:off x="-2814439" y="3014869"/>
              <a:ext cx="5631417" cy="4125872"/>
            </a:xfrm>
            <a:custGeom>
              <a:avLst/>
              <a:gdLst/>
              <a:ahLst/>
              <a:cxnLst/>
              <a:rect l="l" t="t" r="r" b="b"/>
              <a:pathLst>
                <a:path w="616186" h="397857" extrusionOk="0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2112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aloo 2 ExtraBold"/>
              <a:buNone/>
              <a:defRPr sz="32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 14pt"/>
                <a:ea typeface="DM Sans 14pt"/>
                <a:cs typeface="DM Sans 14pt"/>
                <a:sym typeface="DM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 14pt"/>
                <a:ea typeface="DM Sans 14pt"/>
                <a:cs typeface="DM Sans 14pt"/>
                <a:sym typeface="DM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 14pt"/>
                <a:ea typeface="DM Sans 14pt"/>
                <a:cs typeface="DM Sans 14pt"/>
                <a:sym typeface="DM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 14pt"/>
                <a:ea typeface="DM Sans 14pt"/>
                <a:cs typeface="DM Sans 14pt"/>
                <a:sym typeface="DM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 14pt"/>
                <a:ea typeface="DM Sans 14pt"/>
                <a:cs typeface="DM Sans 14pt"/>
                <a:sym typeface="DM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 14pt"/>
                <a:ea typeface="DM Sans 14pt"/>
                <a:cs typeface="DM Sans 14pt"/>
                <a:sym typeface="DM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 14pt"/>
                <a:ea typeface="DM Sans 14pt"/>
                <a:cs typeface="DM Sans 14pt"/>
                <a:sym typeface="DM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 14pt"/>
                <a:ea typeface="DM Sans 14pt"/>
                <a:cs typeface="DM Sans 14pt"/>
                <a:sym typeface="DM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 14pt"/>
                <a:ea typeface="DM Sans 14pt"/>
                <a:cs typeface="DM Sans 14pt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7" r:id="rId2"/>
    <p:sldLayoutId id="2147483658" r:id="rId3"/>
    <p:sldLayoutId id="2147483664" r:id="rId4"/>
    <p:sldLayoutId id="2147483668" r:id="rId5"/>
    <p:sldLayoutId id="2147483669" r:id="rId6"/>
    <p:sldLayoutId id="2147483674" r:id="rId7"/>
    <p:sldLayoutId id="2147483675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27"/>
          <p:cNvSpPr txBox="1">
            <a:spLocks noGrp="1"/>
          </p:cNvSpPr>
          <p:nvPr>
            <p:ph type="ctrTitle"/>
          </p:nvPr>
        </p:nvSpPr>
        <p:spPr>
          <a:xfrm>
            <a:off x="633680" y="778704"/>
            <a:ext cx="3862500" cy="259218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/>
              <a:t>Super Bikes!</a:t>
            </a:r>
            <a:endParaRPr sz="4400" dirty="0"/>
          </a:p>
        </p:txBody>
      </p:sp>
      <p:sp>
        <p:nvSpPr>
          <p:cNvPr id="667" name="Google Shape;667;p27"/>
          <p:cNvSpPr txBox="1">
            <a:spLocks noGrp="1"/>
          </p:cNvSpPr>
          <p:nvPr>
            <p:ph type="subTitle" idx="1"/>
          </p:nvPr>
        </p:nvSpPr>
        <p:spPr>
          <a:xfrm>
            <a:off x="5513729" y="276842"/>
            <a:ext cx="38625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dirty="0"/>
              <a:t>Data Science for Management Master</a:t>
            </a:r>
            <a:endParaRPr sz="1050" dirty="0"/>
          </a:p>
        </p:txBody>
      </p:sp>
      <p:sp>
        <p:nvSpPr>
          <p:cNvPr id="668" name="Google Shape;668;p27"/>
          <p:cNvSpPr txBox="1">
            <a:spLocks noGrp="1"/>
          </p:cNvSpPr>
          <p:nvPr>
            <p:ph type="subTitle" idx="1"/>
          </p:nvPr>
        </p:nvSpPr>
        <p:spPr>
          <a:xfrm>
            <a:off x="7417325" y="432175"/>
            <a:ext cx="10875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Baloo 2 ExtraBold"/>
                <a:ea typeface="Baloo 2 ExtraBold"/>
                <a:cs typeface="Baloo 2 ExtraBold"/>
                <a:sym typeface="Baloo 2 ExtraBold"/>
              </a:rPr>
              <a:t>6th Grade</a:t>
            </a:r>
            <a:endParaRPr>
              <a:solidFill>
                <a:schemeClr val="dk2"/>
              </a:solidFill>
              <a:latin typeface="Baloo 2 ExtraBold"/>
              <a:ea typeface="Baloo 2 ExtraBold"/>
              <a:cs typeface="Baloo 2 ExtraBold"/>
              <a:sym typeface="Baloo 2 ExtraBold"/>
            </a:endParaRP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5C092F2C-3E3B-932D-D4C2-3C85EC5B7B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2329" y="206826"/>
            <a:ext cx="744992" cy="744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B6587F6-EE40-8C09-22CC-156B67921FD0}"/>
              </a:ext>
            </a:extLst>
          </p:cNvPr>
          <p:cNvSpPr txBox="1"/>
          <p:nvPr/>
        </p:nvSpPr>
        <p:spPr>
          <a:xfrm>
            <a:off x="633680" y="3240081"/>
            <a:ext cx="558437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100" dirty="0">
                <a:solidFill>
                  <a:schemeClr val="accent1">
                    <a:lumMod val="75000"/>
                  </a:schemeClr>
                </a:solidFill>
                <a:latin typeface="DM Sans 14pt" pitchFamily="2" charset="77"/>
              </a:rPr>
              <a:t>Maria Briones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sz="1100" dirty="0">
                <a:solidFill>
                  <a:schemeClr val="accent1">
                    <a:lumMod val="75000"/>
                  </a:schemeClr>
                </a:solidFill>
                <a:latin typeface="DM Sans 14pt" pitchFamily="2" charset="77"/>
              </a:rPr>
              <a:t>Riccardo Dondi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100" dirty="0" err="1">
                <a:solidFill>
                  <a:schemeClr val="accent1">
                    <a:lumMod val="75000"/>
                  </a:schemeClr>
                </a:solidFill>
                <a:latin typeface="DM Sans 14pt" pitchFamily="2" charset="77"/>
              </a:rPr>
              <a:t>Sayatan</a:t>
            </a:r>
            <a:r>
              <a:rPr lang="en-GB" sz="1100" dirty="0">
                <a:solidFill>
                  <a:schemeClr val="accent1">
                    <a:lumMod val="75000"/>
                  </a:schemeClr>
                </a:solidFill>
                <a:latin typeface="DM Sans 14pt" pitchFamily="2" charset="77"/>
              </a:rPr>
              <a:t> Mandal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B0D1C4-025A-C22D-D52B-CC8DBAA581EC}"/>
              </a:ext>
            </a:extLst>
          </p:cNvPr>
          <p:cNvSpPr txBox="1"/>
          <p:nvPr/>
        </p:nvSpPr>
        <p:spPr>
          <a:xfrm>
            <a:off x="5513729" y="167593"/>
            <a:ext cx="26805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sz="1200" b="1" dirty="0">
                <a:solidFill>
                  <a:schemeClr val="accent3"/>
                </a:solidFill>
                <a:latin typeface="Baloo 2 ExtraBold" pitchFamily="2" charset="77"/>
                <a:cs typeface="Baloo 2 ExtraBold" pitchFamily="2" charset="77"/>
              </a:rPr>
              <a:t>Data Management and Warehousing</a:t>
            </a:r>
            <a:endParaRPr lang="en-IT" sz="1200" b="1" dirty="0">
              <a:solidFill>
                <a:schemeClr val="accent3"/>
              </a:solidFill>
              <a:latin typeface="Baloo 2 ExtraBold" pitchFamily="2" charset="77"/>
              <a:cs typeface="Baloo 2 ExtraBold" pitchFamily="2" charset="77"/>
            </a:endParaRPr>
          </a:p>
        </p:txBody>
      </p:sp>
      <p:sp>
        <p:nvSpPr>
          <p:cNvPr id="5" name="AutoShape 2" descr="Imagen generada">
            <a:extLst>
              <a:ext uri="{FF2B5EF4-FFF2-40B4-BE49-F238E27FC236}">
                <a16:creationId xmlns:a16="http://schemas.microsoft.com/office/drawing/2014/main" id="{19E07B12-D6D2-EEA5-2D8F-CD68C26387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4375" y="0"/>
            <a:ext cx="771525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E575DFA-195C-06EC-09FA-3A6C581092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0688" y="778704"/>
            <a:ext cx="5367134" cy="357808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49">
          <a:extLst>
            <a:ext uri="{FF2B5EF4-FFF2-40B4-BE49-F238E27FC236}">
              <a16:creationId xmlns:a16="http://schemas.microsoft.com/office/drawing/2014/main" id="{90C204FA-2DC5-418E-D6FF-B6608AA8A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28">
            <a:extLst>
              <a:ext uri="{FF2B5EF4-FFF2-40B4-BE49-F238E27FC236}">
                <a16:creationId xmlns:a16="http://schemas.microsoft.com/office/drawing/2014/main" id="{0AFE6C34-C003-EAAE-34C5-FDDA68F4E6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Program</a:t>
            </a:r>
            <a:endParaRPr/>
          </a:p>
        </p:txBody>
      </p:sp>
      <p:sp>
        <p:nvSpPr>
          <p:cNvPr id="4" name="Subtitle 7">
            <a:extLst>
              <a:ext uri="{FF2B5EF4-FFF2-40B4-BE49-F238E27FC236}">
                <a16:creationId xmlns:a16="http://schemas.microsoft.com/office/drawing/2014/main" id="{AAD19A4F-5903-30EA-ED65-8DC3E6A52C62}"/>
              </a:ext>
            </a:extLst>
          </p:cNvPr>
          <p:cNvSpPr txBox="1">
            <a:spLocks/>
          </p:cNvSpPr>
          <p:nvPr/>
        </p:nvSpPr>
        <p:spPr>
          <a:xfrm>
            <a:off x="720000" y="1222284"/>
            <a:ext cx="3910057" cy="2753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●"/>
              <a:defRPr sz="1400" b="0" i="0" u="none" strike="noStrike" cap="none">
                <a:solidFill>
                  <a:srgbClr val="201338"/>
                </a:solidFill>
                <a:latin typeface="DM Sans 14pt"/>
                <a:ea typeface="DM Sans 14pt"/>
                <a:cs typeface="DM Sans 14pt"/>
                <a:sym typeface="DM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DM Sans 14pt"/>
                <a:ea typeface="DM Sans 14pt"/>
                <a:cs typeface="DM Sans 14pt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DM Sans 14pt"/>
                <a:ea typeface="DM Sans 14pt"/>
                <a:cs typeface="DM Sans 14pt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DM Sans 14pt"/>
                <a:ea typeface="DM Sans 14pt"/>
                <a:cs typeface="DM Sans 14pt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DM Sans 14pt"/>
                <a:ea typeface="DM Sans 14pt"/>
                <a:cs typeface="DM Sans 14pt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DM Sans 14pt"/>
                <a:ea typeface="DM Sans 14pt"/>
                <a:cs typeface="DM Sans 14pt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DM Sans 14pt"/>
                <a:ea typeface="DM Sans 14pt"/>
                <a:cs typeface="DM Sans 14pt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DM Sans 14pt"/>
                <a:ea typeface="DM Sans 14pt"/>
                <a:cs typeface="DM Sans 14pt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DM Sans 14pt"/>
                <a:ea typeface="DM Sans 14pt"/>
                <a:cs typeface="DM Sans 14pt"/>
                <a:sym typeface="DM San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it-IT" altLang="en-US" sz="1600" dirty="0">
              <a:latin typeface="DM Sans 14pt" pitchFamily="2" charset="77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altLang="en-US" sz="1600" dirty="0">
                <a:solidFill>
                  <a:schemeClr val="tx2"/>
                </a:solidFill>
                <a:latin typeface="DM Sans 14pt" pitchFamily="2" charset="77"/>
                <a:cs typeface="Arial" panose="020B0604020202020204" pitchFamily="34" charset="0"/>
              </a:rPr>
              <a:t>a. </a:t>
            </a:r>
            <a:r>
              <a:rPr lang="it-IT" altLang="en-US" sz="1600" dirty="0">
                <a:latin typeface="DM Sans 14pt" pitchFamily="2" charset="77"/>
                <a:cs typeface="Arial" panose="020B0604020202020204" pitchFamily="34" charset="0"/>
              </a:rPr>
              <a:t>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altLang="en-US" sz="1600" dirty="0">
                <a:solidFill>
                  <a:schemeClr val="tx2"/>
                </a:solidFill>
                <a:latin typeface="DM Sans 14pt" pitchFamily="2" charset="77"/>
                <a:cs typeface="Arial" panose="020B0604020202020204" pitchFamily="34" charset="0"/>
              </a:rPr>
              <a:t>b. </a:t>
            </a:r>
            <a:r>
              <a:rPr lang="it-IT" altLang="en-US" sz="1600" dirty="0">
                <a:latin typeface="DM Sans 14pt" pitchFamily="2" charset="77"/>
                <a:cs typeface="Arial" panose="020B0604020202020204" pitchFamily="34" charset="0"/>
              </a:rPr>
              <a:t>Databases &amp; DBMS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altLang="en-US" dirty="0">
                <a:latin typeface="DM Sans 14pt" pitchFamily="2" charset="77"/>
                <a:cs typeface="Arial" panose="020B0604020202020204" pitchFamily="34" charset="0"/>
              </a:rPr>
              <a:t>What a DBMS 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altLang="en-US" dirty="0">
                <a:latin typeface="DM Sans 14pt" pitchFamily="2" charset="77"/>
                <a:cs typeface="Arial" panose="020B0604020202020204" pitchFamily="34" charset="0"/>
              </a:rPr>
              <a:t>DBMS main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altLang="en-US" sz="1600" dirty="0">
                <a:solidFill>
                  <a:schemeClr val="tx2"/>
                </a:solidFill>
                <a:latin typeface="DM Sans 14pt" pitchFamily="2" charset="77"/>
                <a:cs typeface="Arial" panose="020B0604020202020204" pitchFamily="34" charset="0"/>
              </a:rPr>
              <a:t>c. </a:t>
            </a:r>
            <a:r>
              <a:rPr lang="it-IT" altLang="en-US" sz="1600" dirty="0">
                <a:latin typeface="DM Sans 14pt" pitchFamily="2" charset="77"/>
                <a:cs typeface="Arial" panose="020B0604020202020204" pitchFamily="34" charset="0"/>
              </a:rPr>
              <a:t>Data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altLang="en-US" sz="1600" dirty="0">
                <a:solidFill>
                  <a:schemeClr val="tx2"/>
                </a:solidFill>
                <a:latin typeface="DM Sans 14pt" pitchFamily="2" charset="77"/>
                <a:cs typeface="Arial" panose="020B0604020202020204" pitchFamily="34" charset="0"/>
              </a:rPr>
              <a:t>d. </a:t>
            </a:r>
            <a:r>
              <a:rPr lang="it-IT" altLang="en-US" sz="1600" dirty="0">
                <a:latin typeface="DM Sans 14pt" pitchFamily="2" charset="77"/>
                <a:cs typeface="Arial" panose="020B0604020202020204" pitchFamily="34" charset="0"/>
              </a:rPr>
              <a:t>Relational model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altLang="en-US" dirty="0">
                <a:latin typeface="DM Sans 14pt" pitchFamily="2" charset="77"/>
                <a:cs typeface="Arial" panose="020B0604020202020204" pitchFamily="34" charset="0"/>
              </a:rPr>
              <a:t>Relations and tables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altLang="en-US" dirty="0">
                <a:latin typeface="DM Sans 14pt" pitchFamily="2" charset="77"/>
                <a:cs typeface="Arial" panose="020B0604020202020204" pitchFamily="34" charset="0"/>
              </a:rPr>
              <a:t>Integrity constraints</a:t>
            </a:r>
            <a:endParaRPr lang="it-IT" altLang="en-US" sz="1600" dirty="0">
              <a:latin typeface="DM Sans 14pt" pitchFamily="2" charset="77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altLang="en-US" sz="1600" dirty="0">
                <a:solidFill>
                  <a:schemeClr val="tx2"/>
                </a:solidFill>
                <a:latin typeface="DM Sans 14pt" pitchFamily="2" charset="77"/>
                <a:cs typeface="Arial" panose="020B0604020202020204" pitchFamily="34" charset="0"/>
              </a:rPr>
              <a:t>e. </a:t>
            </a:r>
            <a:r>
              <a:rPr lang="it-IT" altLang="en-US" sz="1600" dirty="0">
                <a:latin typeface="DM Sans 14pt" pitchFamily="2" charset="77"/>
                <a:cs typeface="Arial" panose="020B0604020202020204" pitchFamily="34" charset="0"/>
              </a:rPr>
              <a:t>Relational algebra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altLang="en-US" sz="1600" dirty="0">
              <a:latin typeface="DM Sans 14pt" pitchFamily="2" charset="77"/>
              <a:cs typeface="Arial" panose="020B0604020202020204" pitchFamily="34" charset="0"/>
            </a:endParaRPr>
          </a:p>
        </p:txBody>
      </p:sp>
      <p:sp>
        <p:nvSpPr>
          <p:cNvPr id="5" name="Subtitle 7">
            <a:extLst>
              <a:ext uri="{FF2B5EF4-FFF2-40B4-BE49-F238E27FC236}">
                <a16:creationId xmlns:a16="http://schemas.microsoft.com/office/drawing/2014/main" id="{8803F14B-ECDA-FF42-78B4-85BAADA6550C}"/>
              </a:ext>
            </a:extLst>
          </p:cNvPr>
          <p:cNvSpPr txBox="1">
            <a:spLocks/>
          </p:cNvSpPr>
          <p:nvPr/>
        </p:nvSpPr>
        <p:spPr>
          <a:xfrm>
            <a:off x="4513943" y="1238338"/>
            <a:ext cx="3910057" cy="2979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●"/>
              <a:defRPr sz="1400" b="0" i="0" u="none" strike="noStrike" cap="none">
                <a:solidFill>
                  <a:srgbClr val="201338"/>
                </a:solidFill>
                <a:latin typeface="DM Sans 14pt"/>
                <a:ea typeface="DM Sans 14pt"/>
                <a:cs typeface="DM Sans 14pt"/>
                <a:sym typeface="DM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DM Sans 14pt"/>
                <a:ea typeface="DM Sans 14pt"/>
                <a:cs typeface="DM Sans 14pt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DM Sans 14pt"/>
                <a:ea typeface="DM Sans 14pt"/>
                <a:cs typeface="DM Sans 14pt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DM Sans 14pt"/>
                <a:ea typeface="DM Sans 14pt"/>
                <a:cs typeface="DM Sans 14pt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DM Sans 14pt"/>
                <a:ea typeface="DM Sans 14pt"/>
                <a:cs typeface="DM Sans 14pt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DM Sans 14pt"/>
                <a:ea typeface="DM Sans 14pt"/>
                <a:cs typeface="DM Sans 14pt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DM Sans 14pt"/>
                <a:ea typeface="DM Sans 14pt"/>
                <a:cs typeface="DM Sans 14pt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DM Sans 14pt"/>
                <a:ea typeface="DM Sans 14pt"/>
                <a:cs typeface="DM Sans 14pt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DM Sans 14pt"/>
                <a:ea typeface="DM Sans 14pt"/>
                <a:cs typeface="DM Sans 14pt"/>
                <a:sym typeface="DM Sans"/>
              </a:defRPr>
            </a:lvl9pPr>
          </a:lstStyle>
          <a:p>
            <a:pPr marL="0" indent="0">
              <a:buNone/>
            </a:pPr>
            <a:r>
              <a:rPr lang="it-IT" altLang="en-US" sz="1600" dirty="0">
                <a:solidFill>
                  <a:schemeClr val="tx2"/>
                </a:solidFill>
                <a:latin typeface="DM Sans 14pt" pitchFamily="2" charset="77"/>
                <a:cs typeface="Arial" panose="020B0604020202020204" pitchFamily="34" charset="0"/>
              </a:rPr>
              <a:t> </a:t>
            </a:r>
            <a:endParaRPr lang="it-IT" altLang="en-US" sz="1600" dirty="0">
              <a:latin typeface="DM Sans 14pt" pitchFamily="2" charset="77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altLang="en-US" sz="1600" dirty="0">
                <a:solidFill>
                  <a:schemeClr val="tx2"/>
                </a:solidFill>
                <a:latin typeface="DM Sans 14pt" pitchFamily="2" charset="77"/>
                <a:cs typeface="Arial" panose="020B0604020202020204" pitchFamily="34" charset="0"/>
              </a:rPr>
              <a:t>a. </a:t>
            </a:r>
            <a:r>
              <a:rPr lang="it-IT" altLang="en-US" sz="1600" dirty="0">
                <a:latin typeface="DM Sans 14pt" pitchFamily="2" charset="77"/>
                <a:cs typeface="Arial" panose="020B0604020202020204" pitchFamily="34" charset="0"/>
              </a:rPr>
              <a:t>SQL DBMS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altLang="en-US" sz="1600" dirty="0">
                <a:solidFill>
                  <a:schemeClr val="tx2"/>
                </a:solidFill>
                <a:latin typeface="DM Sans 14pt" pitchFamily="2" charset="77"/>
                <a:cs typeface="Arial" panose="020B0604020202020204" pitchFamily="34" charset="0"/>
              </a:rPr>
              <a:t>b. </a:t>
            </a:r>
            <a:r>
              <a:rPr lang="it-IT" altLang="en-US" sz="1600" dirty="0">
                <a:solidFill>
                  <a:schemeClr val="tx1"/>
                </a:solidFill>
                <a:latin typeface="DM Sans 14pt" pitchFamily="2" charset="77"/>
                <a:cs typeface="Arial" panose="020B0604020202020204" pitchFamily="34" charset="0"/>
              </a:rPr>
              <a:t>Tools setup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altLang="en-US" sz="1600" dirty="0">
                <a:solidFill>
                  <a:schemeClr val="tx2"/>
                </a:solidFill>
                <a:latin typeface="DM Sans 14pt" pitchFamily="2" charset="77"/>
                <a:cs typeface="Arial" panose="020B0604020202020204" pitchFamily="34" charset="0"/>
              </a:rPr>
              <a:t>b. </a:t>
            </a:r>
            <a:r>
              <a:rPr lang="it-IT" altLang="en-US" sz="1600" dirty="0">
                <a:solidFill>
                  <a:schemeClr val="tx1"/>
                </a:solidFill>
                <a:latin typeface="DM Sans 14pt" pitchFamily="2" charset="77"/>
                <a:cs typeface="Arial" panose="020B0604020202020204" pitchFamily="34" charset="0"/>
              </a:rPr>
              <a:t>SQL Data Definition</a:t>
            </a:r>
            <a:endParaRPr lang="it-IT" altLang="en-US" sz="1600" dirty="0">
              <a:latin typeface="DM Sans 14pt" pitchFamily="2" charset="77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altLang="en-US" sz="1600" dirty="0">
                <a:solidFill>
                  <a:schemeClr val="tx2"/>
                </a:solidFill>
                <a:latin typeface="DM Sans 14pt" pitchFamily="2" charset="77"/>
                <a:cs typeface="Arial" panose="020B0604020202020204" pitchFamily="34" charset="0"/>
              </a:rPr>
              <a:t>c. </a:t>
            </a:r>
            <a:r>
              <a:rPr lang="it-IT" altLang="en-US" sz="1600" dirty="0">
                <a:solidFill>
                  <a:schemeClr val="tx1"/>
                </a:solidFill>
                <a:latin typeface="DM Sans 14pt" pitchFamily="2" charset="77"/>
                <a:cs typeface="Arial" panose="020B0604020202020204" pitchFamily="34" charset="0"/>
              </a:rPr>
              <a:t>SQL Data Manipulation</a:t>
            </a:r>
            <a:endParaRPr lang="it-IT" altLang="en-US" sz="1600" dirty="0">
              <a:latin typeface="DM Sans 14pt" pitchFamily="2" charset="77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altLang="en-US" sz="1600" dirty="0">
                <a:solidFill>
                  <a:schemeClr val="tx2"/>
                </a:solidFill>
                <a:latin typeface="DM Sans 14pt" pitchFamily="2" charset="77"/>
                <a:cs typeface="Arial" panose="020B0604020202020204" pitchFamily="34" charset="0"/>
              </a:rPr>
              <a:t>d. </a:t>
            </a:r>
            <a:r>
              <a:rPr lang="it-IT" altLang="en-US" sz="1600" dirty="0">
                <a:latin typeface="DM Sans 14pt" pitchFamily="2" charset="77"/>
                <a:cs typeface="Arial" panose="020B0604020202020204" pitchFamily="34" charset="0"/>
              </a:rPr>
              <a:t>Advanced SQL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altLang="en-US" sz="1600" dirty="0">
              <a:latin typeface="DM Sans 14pt" pitchFamily="2" charset="77"/>
              <a:cs typeface="Arial" panose="020B0604020202020204" pitchFamily="34" charset="0"/>
            </a:endParaRPr>
          </a:p>
        </p:txBody>
      </p:sp>
      <p:sp>
        <p:nvSpPr>
          <p:cNvPr id="9" name="Google Shape;760;p29">
            <a:extLst>
              <a:ext uri="{FF2B5EF4-FFF2-40B4-BE49-F238E27FC236}">
                <a16:creationId xmlns:a16="http://schemas.microsoft.com/office/drawing/2014/main" id="{B10F433B-672A-2526-6C86-06241EF49919}"/>
              </a:ext>
            </a:extLst>
          </p:cNvPr>
          <p:cNvSpPr txBox="1">
            <a:spLocks/>
          </p:cNvSpPr>
          <p:nvPr/>
        </p:nvSpPr>
        <p:spPr>
          <a:xfrm>
            <a:off x="667373" y="1215799"/>
            <a:ext cx="667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2400" b="1">
                <a:solidFill>
                  <a:schemeClr val="tx2"/>
                </a:solidFill>
                <a:latin typeface="Baloo 2 ExtraBold" pitchFamily="2" charset="77"/>
                <a:cs typeface="Baloo 2 ExtraBold" pitchFamily="2" charset="77"/>
              </a:rPr>
              <a:t>01</a:t>
            </a:r>
            <a:endParaRPr lang="en" b="1">
              <a:solidFill>
                <a:schemeClr val="tx2"/>
              </a:solidFill>
              <a:latin typeface="Baloo 2 ExtraBold" pitchFamily="2" charset="77"/>
              <a:cs typeface="Baloo 2 ExtraBold" pitchFamily="2" charset="77"/>
            </a:endParaRPr>
          </a:p>
        </p:txBody>
      </p:sp>
      <p:sp>
        <p:nvSpPr>
          <p:cNvPr id="2" name="Google Shape;760;p29">
            <a:extLst>
              <a:ext uri="{FF2B5EF4-FFF2-40B4-BE49-F238E27FC236}">
                <a16:creationId xmlns:a16="http://schemas.microsoft.com/office/drawing/2014/main" id="{DE948548-E16F-64F3-A6EB-0652967B627F}"/>
              </a:ext>
            </a:extLst>
          </p:cNvPr>
          <p:cNvSpPr txBox="1">
            <a:spLocks/>
          </p:cNvSpPr>
          <p:nvPr/>
        </p:nvSpPr>
        <p:spPr>
          <a:xfrm>
            <a:off x="4513943" y="1231853"/>
            <a:ext cx="667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2400" b="1">
                <a:solidFill>
                  <a:schemeClr val="tx2"/>
                </a:solidFill>
                <a:latin typeface="Baloo 2 ExtraBold" pitchFamily="2" charset="77"/>
                <a:cs typeface="Baloo 2 ExtraBold" pitchFamily="2" charset="77"/>
              </a:rPr>
              <a:t>02</a:t>
            </a:r>
            <a:endParaRPr lang="en" b="1">
              <a:solidFill>
                <a:schemeClr val="tx2"/>
              </a:solidFill>
              <a:latin typeface="Baloo 2 ExtraBold" pitchFamily="2" charset="77"/>
              <a:cs typeface="Baloo 2 ExtraBol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30179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9">
          <a:extLst>
            <a:ext uri="{FF2B5EF4-FFF2-40B4-BE49-F238E27FC236}">
              <a16:creationId xmlns:a16="http://schemas.microsoft.com/office/drawing/2014/main" id="{7547E54E-8782-A185-75C5-704534643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37">
            <a:extLst>
              <a:ext uri="{FF2B5EF4-FFF2-40B4-BE49-F238E27FC236}">
                <a16:creationId xmlns:a16="http://schemas.microsoft.com/office/drawing/2014/main" id="{62FA374F-2D70-57E0-05C3-77A9BD58DA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02675" y="2703800"/>
            <a:ext cx="3128100" cy="107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 sz="4800" dirty="0"/>
            </a:br>
            <a:r>
              <a:rPr lang="en" sz="4000" dirty="0">
                <a:solidFill>
                  <a:schemeClr val="tx1"/>
                </a:solidFill>
              </a:rPr>
              <a:t>Our idea</a:t>
            </a:r>
            <a:endParaRPr sz="4800" dirty="0">
              <a:solidFill>
                <a:schemeClr val="tx1"/>
              </a:solidFill>
            </a:endParaRPr>
          </a:p>
        </p:txBody>
      </p:sp>
      <p:grpSp>
        <p:nvGrpSpPr>
          <p:cNvPr id="1082" name="Google Shape;1082;p37">
            <a:extLst>
              <a:ext uri="{FF2B5EF4-FFF2-40B4-BE49-F238E27FC236}">
                <a16:creationId xmlns:a16="http://schemas.microsoft.com/office/drawing/2014/main" id="{889E3567-EF3A-C922-2A64-9B56A2F0F985}"/>
              </a:ext>
            </a:extLst>
          </p:cNvPr>
          <p:cNvGrpSpPr/>
          <p:nvPr/>
        </p:nvGrpSpPr>
        <p:grpSpPr>
          <a:xfrm>
            <a:off x="1137536" y="699006"/>
            <a:ext cx="3412448" cy="3413484"/>
            <a:chOff x="1017285" y="809699"/>
            <a:chExt cx="3497794" cy="3498857"/>
          </a:xfrm>
        </p:grpSpPr>
        <p:sp>
          <p:nvSpPr>
            <p:cNvPr id="1083" name="Google Shape;1083;p37">
              <a:extLst>
                <a:ext uri="{FF2B5EF4-FFF2-40B4-BE49-F238E27FC236}">
                  <a16:creationId xmlns:a16="http://schemas.microsoft.com/office/drawing/2014/main" id="{524A2000-A816-7789-0912-F2684A3D4C2B}"/>
                </a:ext>
              </a:extLst>
            </p:cNvPr>
            <p:cNvSpPr/>
            <p:nvPr/>
          </p:nvSpPr>
          <p:spPr>
            <a:xfrm>
              <a:off x="3785701" y="2959800"/>
              <a:ext cx="483175" cy="476826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rgbClr val="FF7A7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4" name="Google Shape;1084;p37">
              <a:extLst>
                <a:ext uri="{FF2B5EF4-FFF2-40B4-BE49-F238E27FC236}">
                  <a16:creationId xmlns:a16="http://schemas.microsoft.com/office/drawing/2014/main" id="{0A1AF5D7-0D59-4962-5900-FAEDBC017BFC}"/>
                </a:ext>
              </a:extLst>
            </p:cNvPr>
            <p:cNvSpPr/>
            <p:nvPr/>
          </p:nvSpPr>
          <p:spPr>
            <a:xfrm>
              <a:off x="4506379" y="2776855"/>
              <a:ext cx="8700" cy="25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5" name="Google Shape;1085;p37">
              <a:extLst>
                <a:ext uri="{FF2B5EF4-FFF2-40B4-BE49-F238E27FC236}">
                  <a16:creationId xmlns:a16="http://schemas.microsoft.com/office/drawing/2014/main" id="{4DEB5524-B33A-B832-2E99-C90EA1B628FB}"/>
                </a:ext>
              </a:extLst>
            </p:cNvPr>
            <p:cNvSpPr/>
            <p:nvPr/>
          </p:nvSpPr>
          <p:spPr>
            <a:xfrm>
              <a:off x="4506379" y="2776855"/>
              <a:ext cx="8700" cy="2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86" name="Google Shape;1086;p37">
              <a:extLst>
                <a:ext uri="{FF2B5EF4-FFF2-40B4-BE49-F238E27FC236}">
                  <a16:creationId xmlns:a16="http://schemas.microsoft.com/office/drawing/2014/main" id="{396945CF-0E71-E440-B533-92BBBD0AB761}"/>
                </a:ext>
              </a:extLst>
            </p:cNvPr>
            <p:cNvGrpSpPr/>
            <p:nvPr/>
          </p:nvGrpSpPr>
          <p:grpSpPr>
            <a:xfrm>
              <a:off x="2291675" y="1423158"/>
              <a:ext cx="2214703" cy="1379528"/>
              <a:chOff x="2291675" y="1423158"/>
              <a:chExt cx="2214703" cy="1379528"/>
            </a:xfrm>
          </p:grpSpPr>
          <p:sp>
            <p:nvSpPr>
              <p:cNvPr id="1087" name="Google Shape;1087;p37">
                <a:extLst>
                  <a:ext uri="{FF2B5EF4-FFF2-40B4-BE49-F238E27FC236}">
                    <a16:creationId xmlns:a16="http://schemas.microsoft.com/office/drawing/2014/main" id="{BE88019E-C9FA-1589-692F-1139506AC096}"/>
                  </a:ext>
                </a:extLst>
              </p:cNvPr>
              <p:cNvSpPr/>
              <p:nvPr/>
            </p:nvSpPr>
            <p:spPr>
              <a:xfrm>
                <a:off x="2291675" y="1423158"/>
                <a:ext cx="2214703" cy="1379528"/>
              </a:xfrm>
              <a:custGeom>
                <a:avLst/>
                <a:gdLst/>
                <a:ahLst/>
                <a:cxnLst/>
                <a:rect l="l" t="t" r="r" b="b"/>
                <a:pathLst>
                  <a:path w="2533" h="1577" extrusionOk="0">
                    <a:moveTo>
                      <a:pt x="47" y="0"/>
                    </a:moveTo>
                    <a:cubicBezTo>
                      <a:pt x="2485" y="0"/>
                      <a:pt x="2485" y="0"/>
                      <a:pt x="2485" y="0"/>
                    </a:cubicBezTo>
                    <a:cubicBezTo>
                      <a:pt x="2512" y="0"/>
                      <a:pt x="2533" y="21"/>
                      <a:pt x="2533" y="48"/>
                    </a:cubicBezTo>
                    <a:cubicBezTo>
                      <a:pt x="2533" y="1577"/>
                      <a:pt x="2533" y="1577"/>
                      <a:pt x="2533" y="1577"/>
                    </a:cubicBezTo>
                    <a:cubicBezTo>
                      <a:pt x="0" y="1577"/>
                      <a:pt x="0" y="1577"/>
                      <a:pt x="0" y="1577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0" y="21"/>
                      <a:pt x="21" y="0"/>
                      <a:pt x="47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8" name="Google Shape;1088;p37">
                <a:extLst>
                  <a:ext uri="{FF2B5EF4-FFF2-40B4-BE49-F238E27FC236}">
                    <a16:creationId xmlns:a16="http://schemas.microsoft.com/office/drawing/2014/main" id="{D54C8837-0BDB-66C9-BECC-81FA636F7A57}"/>
                  </a:ext>
                </a:extLst>
              </p:cNvPr>
              <p:cNvSpPr/>
              <p:nvPr/>
            </p:nvSpPr>
            <p:spPr>
              <a:xfrm>
                <a:off x="3273351" y="2692523"/>
                <a:ext cx="262800" cy="46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9" name="Google Shape;1089;p37">
                <a:extLst>
                  <a:ext uri="{FF2B5EF4-FFF2-40B4-BE49-F238E27FC236}">
                    <a16:creationId xmlns:a16="http://schemas.microsoft.com/office/drawing/2014/main" id="{C72D8EB5-A3D3-0EDB-C260-78FE70A28346}"/>
                  </a:ext>
                </a:extLst>
              </p:cNvPr>
              <p:cNvSpPr/>
              <p:nvPr/>
            </p:nvSpPr>
            <p:spPr>
              <a:xfrm>
                <a:off x="2291675" y="2776855"/>
                <a:ext cx="2214600" cy="258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0" name="Google Shape;1090;p37">
                <a:extLst>
                  <a:ext uri="{FF2B5EF4-FFF2-40B4-BE49-F238E27FC236}">
                    <a16:creationId xmlns:a16="http://schemas.microsoft.com/office/drawing/2014/main" id="{2861D4AB-D9FA-C3C0-9FB6-22EB914FC9CA}"/>
                  </a:ext>
                </a:extLst>
              </p:cNvPr>
              <p:cNvSpPr/>
              <p:nvPr/>
            </p:nvSpPr>
            <p:spPr>
              <a:xfrm>
                <a:off x="2368209" y="1492996"/>
                <a:ext cx="2061633" cy="1161406"/>
              </a:xfrm>
              <a:custGeom>
                <a:avLst/>
                <a:gdLst/>
                <a:ahLst/>
                <a:cxnLst/>
                <a:rect l="l" t="t" r="r" b="b"/>
                <a:pathLst>
                  <a:path w="2357" h="1328" extrusionOk="0">
                    <a:moveTo>
                      <a:pt x="24" y="0"/>
                    </a:moveTo>
                    <a:cubicBezTo>
                      <a:pt x="2333" y="0"/>
                      <a:pt x="2333" y="0"/>
                      <a:pt x="2333" y="0"/>
                    </a:cubicBezTo>
                    <a:cubicBezTo>
                      <a:pt x="2346" y="0"/>
                      <a:pt x="2357" y="10"/>
                      <a:pt x="2357" y="23"/>
                    </a:cubicBezTo>
                    <a:cubicBezTo>
                      <a:pt x="2357" y="1304"/>
                      <a:pt x="2357" y="1304"/>
                      <a:pt x="2357" y="1304"/>
                    </a:cubicBezTo>
                    <a:cubicBezTo>
                      <a:pt x="2357" y="1318"/>
                      <a:pt x="2346" y="1328"/>
                      <a:pt x="2333" y="1328"/>
                    </a:cubicBezTo>
                    <a:cubicBezTo>
                      <a:pt x="24" y="1328"/>
                      <a:pt x="24" y="1328"/>
                      <a:pt x="24" y="1328"/>
                    </a:cubicBezTo>
                    <a:cubicBezTo>
                      <a:pt x="10" y="1328"/>
                      <a:pt x="0" y="1318"/>
                      <a:pt x="0" y="1304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10"/>
                      <a:pt x="10" y="0"/>
                      <a:pt x="2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1" name="Google Shape;1091;p37">
                <a:extLst>
                  <a:ext uri="{FF2B5EF4-FFF2-40B4-BE49-F238E27FC236}">
                    <a16:creationId xmlns:a16="http://schemas.microsoft.com/office/drawing/2014/main" id="{1275BB83-54CB-4EFC-A2DE-7E385C435679}"/>
                  </a:ext>
                </a:extLst>
              </p:cNvPr>
              <p:cNvSpPr/>
              <p:nvPr/>
            </p:nvSpPr>
            <p:spPr>
              <a:xfrm>
                <a:off x="2990048" y="1492996"/>
                <a:ext cx="1171927" cy="1161406"/>
              </a:xfrm>
              <a:custGeom>
                <a:avLst/>
                <a:gdLst/>
                <a:ahLst/>
                <a:cxnLst/>
                <a:rect l="l" t="t" r="r" b="b"/>
                <a:pathLst>
                  <a:path w="1225" h="1214" extrusionOk="0">
                    <a:moveTo>
                      <a:pt x="0" y="1214"/>
                    </a:moveTo>
                    <a:lnTo>
                      <a:pt x="416" y="1214"/>
                    </a:lnTo>
                    <a:lnTo>
                      <a:pt x="1225" y="0"/>
                    </a:lnTo>
                    <a:lnTo>
                      <a:pt x="808" y="0"/>
                    </a:lnTo>
                    <a:lnTo>
                      <a:pt x="0" y="121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2" name="Google Shape;1092;p37">
                <a:extLst>
                  <a:ext uri="{FF2B5EF4-FFF2-40B4-BE49-F238E27FC236}">
                    <a16:creationId xmlns:a16="http://schemas.microsoft.com/office/drawing/2014/main" id="{723B046F-3D1C-B405-8A32-F45640AE71FF}"/>
                  </a:ext>
                </a:extLst>
              </p:cNvPr>
              <p:cNvSpPr/>
              <p:nvPr/>
            </p:nvSpPr>
            <p:spPr>
              <a:xfrm>
                <a:off x="2648515" y="1492996"/>
                <a:ext cx="971982" cy="1161406"/>
              </a:xfrm>
              <a:custGeom>
                <a:avLst/>
                <a:gdLst/>
                <a:ahLst/>
                <a:cxnLst/>
                <a:rect l="l" t="t" r="r" b="b"/>
                <a:pathLst>
                  <a:path w="1016" h="1214" extrusionOk="0">
                    <a:moveTo>
                      <a:pt x="0" y="1214"/>
                    </a:moveTo>
                    <a:lnTo>
                      <a:pt x="208" y="1214"/>
                    </a:lnTo>
                    <a:lnTo>
                      <a:pt x="1016" y="0"/>
                    </a:lnTo>
                    <a:lnTo>
                      <a:pt x="809" y="0"/>
                    </a:lnTo>
                    <a:lnTo>
                      <a:pt x="0" y="121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93" name="Google Shape;1093;p37">
              <a:extLst>
                <a:ext uri="{FF2B5EF4-FFF2-40B4-BE49-F238E27FC236}">
                  <a16:creationId xmlns:a16="http://schemas.microsoft.com/office/drawing/2014/main" id="{C78DEF29-8BEB-BEA4-86D8-11877C011195}"/>
                </a:ext>
              </a:extLst>
            </p:cNvPr>
            <p:cNvGrpSpPr/>
            <p:nvPr/>
          </p:nvGrpSpPr>
          <p:grpSpPr>
            <a:xfrm flipH="1">
              <a:off x="1017285" y="1615136"/>
              <a:ext cx="1176885" cy="2693420"/>
              <a:chOff x="1553545" y="1817994"/>
              <a:chExt cx="1123518" cy="2571284"/>
            </a:xfrm>
          </p:grpSpPr>
          <p:grpSp>
            <p:nvGrpSpPr>
              <p:cNvPr id="1094" name="Google Shape;1094;p37">
                <a:extLst>
                  <a:ext uri="{FF2B5EF4-FFF2-40B4-BE49-F238E27FC236}">
                    <a16:creationId xmlns:a16="http://schemas.microsoft.com/office/drawing/2014/main" id="{F6101491-71F9-3665-A15C-23B24BBFDCCB}"/>
                  </a:ext>
                </a:extLst>
              </p:cNvPr>
              <p:cNvGrpSpPr/>
              <p:nvPr/>
            </p:nvGrpSpPr>
            <p:grpSpPr>
              <a:xfrm>
                <a:off x="1553545" y="1817994"/>
                <a:ext cx="1123518" cy="2571284"/>
                <a:chOff x="1553545" y="1817994"/>
                <a:chExt cx="1123518" cy="2571284"/>
              </a:xfrm>
            </p:grpSpPr>
            <p:sp>
              <p:nvSpPr>
                <p:cNvPr id="1095" name="Google Shape;1095;p37">
                  <a:extLst>
                    <a:ext uri="{FF2B5EF4-FFF2-40B4-BE49-F238E27FC236}">
                      <a16:creationId xmlns:a16="http://schemas.microsoft.com/office/drawing/2014/main" id="{A45CFDF3-21E9-46FF-0186-B4CFE277AB28}"/>
                    </a:ext>
                  </a:extLst>
                </p:cNvPr>
                <p:cNvSpPr/>
                <p:nvPr/>
              </p:nvSpPr>
              <p:spPr>
                <a:xfrm>
                  <a:off x="1553545" y="2564602"/>
                  <a:ext cx="350879" cy="1623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879" h="162321" extrusionOk="0">
                      <a:moveTo>
                        <a:pt x="350880" y="72485"/>
                      </a:moveTo>
                      <a:cubicBezTo>
                        <a:pt x="320971" y="49244"/>
                        <a:pt x="291634" y="25146"/>
                        <a:pt x="263154" y="0"/>
                      </a:cubicBezTo>
                      <a:lnTo>
                        <a:pt x="154188" y="57912"/>
                      </a:lnTo>
                      <a:lnTo>
                        <a:pt x="146283" y="61531"/>
                      </a:lnTo>
                      <a:cubicBezTo>
                        <a:pt x="145616" y="62103"/>
                        <a:pt x="144854" y="62674"/>
                        <a:pt x="144187" y="63246"/>
                      </a:cubicBezTo>
                      <a:lnTo>
                        <a:pt x="133519" y="68866"/>
                      </a:lnTo>
                      <a:cubicBezTo>
                        <a:pt x="132567" y="69247"/>
                        <a:pt x="131805" y="69818"/>
                        <a:pt x="131043" y="70485"/>
                      </a:cubicBezTo>
                      <a:cubicBezTo>
                        <a:pt x="118184" y="73628"/>
                        <a:pt x="49604" y="90869"/>
                        <a:pt x="39412" y="98298"/>
                      </a:cubicBezTo>
                      <a:cubicBezTo>
                        <a:pt x="22077" y="102203"/>
                        <a:pt x="1788" y="107251"/>
                        <a:pt x="74" y="111442"/>
                      </a:cubicBezTo>
                      <a:cubicBezTo>
                        <a:pt x="-2212" y="117157"/>
                        <a:pt x="49223" y="113824"/>
                        <a:pt x="62558" y="114300"/>
                      </a:cubicBezTo>
                      <a:lnTo>
                        <a:pt x="65034" y="115633"/>
                      </a:lnTo>
                      <a:cubicBezTo>
                        <a:pt x="60939" y="118777"/>
                        <a:pt x="37317" y="126873"/>
                        <a:pt x="37317" y="126873"/>
                      </a:cubicBezTo>
                      <a:cubicBezTo>
                        <a:pt x="36174" y="127349"/>
                        <a:pt x="3503" y="140779"/>
                        <a:pt x="8646" y="145066"/>
                      </a:cubicBezTo>
                      <a:cubicBezTo>
                        <a:pt x="13790" y="149447"/>
                        <a:pt x="87323" y="125063"/>
                        <a:pt x="71892" y="130302"/>
                      </a:cubicBezTo>
                      <a:cubicBezTo>
                        <a:pt x="70845" y="130683"/>
                        <a:pt x="9408" y="148209"/>
                        <a:pt x="15123" y="155829"/>
                      </a:cubicBezTo>
                      <a:cubicBezTo>
                        <a:pt x="18933" y="160877"/>
                        <a:pt x="73702" y="144113"/>
                        <a:pt x="76274" y="144685"/>
                      </a:cubicBezTo>
                      <a:cubicBezTo>
                        <a:pt x="78846" y="145256"/>
                        <a:pt x="29697" y="154972"/>
                        <a:pt x="34173" y="161449"/>
                      </a:cubicBezTo>
                      <a:cubicBezTo>
                        <a:pt x="36174" y="164211"/>
                        <a:pt x="60748" y="159734"/>
                        <a:pt x="68749" y="157448"/>
                      </a:cubicBezTo>
                      <a:cubicBezTo>
                        <a:pt x="75702" y="155448"/>
                        <a:pt x="98277" y="149542"/>
                        <a:pt x="133233" y="138113"/>
                      </a:cubicBezTo>
                      <a:cubicBezTo>
                        <a:pt x="172476" y="129254"/>
                        <a:pt x="266774" y="106013"/>
                        <a:pt x="350880" y="72485"/>
                      </a:cubicBez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6" name="Google Shape;1096;p37">
                  <a:extLst>
                    <a:ext uri="{FF2B5EF4-FFF2-40B4-BE49-F238E27FC236}">
                      <a16:creationId xmlns:a16="http://schemas.microsoft.com/office/drawing/2014/main" id="{15FCA81E-44D5-CA95-FCD2-F473CC08371E}"/>
                    </a:ext>
                  </a:extLst>
                </p:cNvPr>
                <p:cNvSpPr/>
                <p:nvPr/>
              </p:nvSpPr>
              <p:spPr>
                <a:xfrm>
                  <a:off x="1786988" y="2224592"/>
                  <a:ext cx="307186" cy="4379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186" h="437982" extrusionOk="0">
                      <a:moveTo>
                        <a:pt x="206026" y="37552"/>
                      </a:moveTo>
                      <a:cubicBezTo>
                        <a:pt x="183070" y="84415"/>
                        <a:pt x="98965" y="280725"/>
                        <a:pt x="98965" y="280725"/>
                      </a:cubicBezTo>
                      <a:lnTo>
                        <a:pt x="0" y="336066"/>
                      </a:lnTo>
                      <a:lnTo>
                        <a:pt x="65532" y="437983"/>
                      </a:lnTo>
                      <a:cubicBezTo>
                        <a:pt x="65532" y="437983"/>
                        <a:pt x="158687" y="416171"/>
                        <a:pt x="205264" y="373880"/>
                      </a:cubicBezTo>
                      <a:cubicBezTo>
                        <a:pt x="250222" y="333208"/>
                        <a:pt x="307848" y="64984"/>
                        <a:pt x="307181" y="976"/>
                      </a:cubicBezTo>
                      <a:cubicBezTo>
                        <a:pt x="307181" y="976"/>
                        <a:pt x="228981" y="-9406"/>
                        <a:pt x="206026" y="3755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7" name="Google Shape;1097;p37">
                  <a:extLst>
                    <a:ext uri="{FF2B5EF4-FFF2-40B4-BE49-F238E27FC236}">
                      <a16:creationId xmlns:a16="http://schemas.microsoft.com/office/drawing/2014/main" id="{6829AA63-B843-AF0B-6B39-6ADA5373E98C}"/>
                    </a:ext>
                  </a:extLst>
                </p:cNvPr>
                <p:cNvSpPr/>
                <p:nvPr/>
              </p:nvSpPr>
              <p:spPr>
                <a:xfrm>
                  <a:off x="2049592" y="2091170"/>
                  <a:ext cx="99441" cy="994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441" h="99441" extrusionOk="0">
                      <a:moveTo>
                        <a:pt x="49721" y="99441"/>
                      </a:moveTo>
                      <a:cubicBezTo>
                        <a:pt x="22289" y="99441"/>
                        <a:pt x="0" y="77153"/>
                        <a:pt x="0" y="49721"/>
                      </a:cubicBezTo>
                      <a:cubicBezTo>
                        <a:pt x="0" y="22288"/>
                        <a:pt x="22289" y="0"/>
                        <a:pt x="49721" y="0"/>
                      </a:cubicBezTo>
                      <a:cubicBezTo>
                        <a:pt x="77153" y="0"/>
                        <a:pt x="99441" y="22288"/>
                        <a:pt x="99441" y="49721"/>
                      </a:cubicBezTo>
                      <a:cubicBezTo>
                        <a:pt x="99441" y="77153"/>
                        <a:pt x="77057" y="99441"/>
                        <a:pt x="49721" y="99441"/>
                      </a:cubicBezTo>
                      <a:close/>
                      <a:moveTo>
                        <a:pt x="49721" y="4477"/>
                      </a:moveTo>
                      <a:cubicBezTo>
                        <a:pt x="24765" y="4477"/>
                        <a:pt x="4382" y="24765"/>
                        <a:pt x="4382" y="49816"/>
                      </a:cubicBezTo>
                      <a:cubicBezTo>
                        <a:pt x="4382" y="74867"/>
                        <a:pt x="24670" y="95155"/>
                        <a:pt x="49721" y="95155"/>
                      </a:cubicBezTo>
                      <a:cubicBezTo>
                        <a:pt x="74771" y="95155"/>
                        <a:pt x="95060" y="74867"/>
                        <a:pt x="95060" y="49816"/>
                      </a:cubicBezTo>
                      <a:cubicBezTo>
                        <a:pt x="95060" y="24765"/>
                        <a:pt x="74676" y="4477"/>
                        <a:pt x="49721" y="4477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8" name="Google Shape;1098;p37">
                  <a:extLst>
                    <a:ext uri="{FF2B5EF4-FFF2-40B4-BE49-F238E27FC236}">
                      <a16:creationId xmlns:a16="http://schemas.microsoft.com/office/drawing/2014/main" id="{76C7E4CD-1582-8418-26A4-05A5342707DD}"/>
                    </a:ext>
                  </a:extLst>
                </p:cNvPr>
                <p:cNvSpPr/>
                <p:nvPr/>
              </p:nvSpPr>
              <p:spPr>
                <a:xfrm>
                  <a:off x="2073164" y="1898589"/>
                  <a:ext cx="248512" cy="2564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8512" h="256494" extrusionOk="0">
                      <a:moveTo>
                        <a:pt x="336" y="101713"/>
                      </a:moveTo>
                      <a:cubicBezTo>
                        <a:pt x="-3379" y="84377"/>
                        <a:pt x="24625" y="39610"/>
                        <a:pt x="39198" y="29418"/>
                      </a:cubicBezTo>
                      <a:cubicBezTo>
                        <a:pt x="56915" y="17131"/>
                        <a:pt x="76917" y="8654"/>
                        <a:pt x="97872" y="3510"/>
                      </a:cubicBezTo>
                      <a:cubicBezTo>
                        <a:pt x="142163" y="-7253"/>
                        <a:pt x="183121" y="7320"/>
                        <a:pt x="215601" y="39229"/>
                      </a:cubicBezTo>
                      <a:cubicBezTo>
                        <a:pt x="319042" y="140956"/>
                        <a:pt x="145592" y="256494"/>
                        <a:pt x="145592" y="256494"/>
                      </a:cubicBez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9" name="Google Shape;1099;p37">
                  <a:extLst>
                    <a:ext uri="{FF2B5EF4-FFF2-40B4-BE49-F238E27FC236}">
                      <a16:creationId xmlns:a16="http://schemas.microsoft.com/office/drawing/2014/main" id="{04DEF19A-E047-9E1F-39EE-506E53C181DA}"/>
                    </a:ext>
                  </a:extLst>
                </p:cNvPr>
                <p:cNvSpPr/>
                <p:nvPr/>
              </p:nvSpPr>
              <p:spPr>
                <a:xfrm>
                  <a:off x="2156177" y="1817994"/>
                  <a:ext cx="96012" cy="96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012" h="96011" extrusionOk="0">
                      <a:moveTo>
                        <a:pt x="96012" y="48006"/>
                      </a:moveTo>
                      <a:cubicBezTo>
                        <a:pt x="96012" y="74519"/>
                        <a:pt x="74519" y="96012"/>
                        <a:pt x="48006" y="96012"/>
                      </a:cubicBezTo>
                      <a:cubicBezTo>
                        <a:pt x="21493" y="96012"/>
                        <a:pt x="0" y="74519"/>
                        <a:pt x="0" y="48006"/>
                      </a:cubicBezTo>
                      <a:cubicBezTo>
                        <a:pt x="0" y="21493"/>
                        <a:pt x="21493" y="0"/>
                        <a:pt x="48006" y="0"/>
                      </a:cubicBezTo>
                      <a:cubicBezTo>
                        <a:pt x="74519" y="0"/>
                        <a:pt x="96012" y="21493"/>
                        <a:pt x="96012" y="4800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0" name="Google Shape;1100;p37">
                  <a:extLst>
                    <a:ext uri="{FF2B5EF4-FFF2-40B4-BE49-F238E27FC236}">
                      <a16:creationId xmlns:a16="http://schemas.microsoft.com/office/drawing/2014/main" id="{C25F595D-B0CF-BD59-E6E0-7282FB65FC84}"/>
                    </a:ext>
                  </a:extLst>
                </p:cNvPr>
                <p:cNvSpPr/>
                <p:nvPr/>
              </p:nvSpPr>
              <p:spPr>
                <a:xfrm>
                  <a:off x="2295432" y="1910862"/>
                  <a:ext cx="96011" cy="96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011" h="96012" extrusionOk="0">
                      <a:moveTo>
                        <a:pt x="0" y="48006"/>
                      </a:moveTo>
                      <a:cubicBezTo>
                        <a:pt x="0" y="21431"/>
                        <a:pt x="21526" y="0"/>
                        <a:pt x="48006" y="0"/>
                      </a:cubicBezTo>
                      <a:cubicBezTo>
                        <a:pt x="74486" y="0"/>
                        <a:pt x="96012" y="21526"/>
                        <a:pt x="96012" y="48006"/>
                      </a:cubicBezTo>
                      <a:cubicBezTo>
                        <a:pt x="96012" y="74485"/>
                        <a:pt x="74486" y="96012"/>
                        <a:pt x="48006" y="96012"/>
                      </a:cubicBezTo>
                      <a:cubicBezTo>
                        <a:pt x="21526" y="96012"/>
                        <a:pt x="0" y="74581"/>
                        <a:pt x="0" y="4800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1" name="Google Shape;1101;p37">
                  <a:extLst>
                    <a:ext uri="{FF2B5EF4-FFF2-40B4-BE49-F238E27FC236}">
                      <a16:creationId xmlns:a16="http://schemas.microsoft.com/office/drawing/2014/main" id="{C298C41A-1923-81F9-06FB-A22D1B8DC675}"/>
                    </a:ext>
                  </a:extLst>
                </p:cNvPr>
                <p:cNvSpPr/>
                <p:nvPr/>
              </p:nvSpPr>
              <p:spPr>
                <a:xfrm>
                  <a:off x="2066236" y="1927089"/>
                  <a:ext cx="223453" cy="4403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453" h="440306" extrusionOk="0">
                      <a:moveTo>
                        <a:pt x="180619" y="116551"/>
                      </a:moveTo>
                      <a:cubicBezTo>
                        <a:pt x="180714" y="118933"/>
                        <a:pt x="182809" y="120647"/>
                        <a:pt x="185095" y="120457"/>
                      </a:cubicBezTo>
                      <a:cubicBezTo>
                        <a:pt x="194811" y="119504"/>
                        <a:pt x="217195" y="115504"/>
                        <a:pt x="222624" y="140745"/>
                      </a:cubicBezTo>
                      <a:cubicBezTo>
                        <a:pt x="228148" y="166272"/>
                        <a:pt x="204812" y="182941"/>
                        <a:pt x="190048" y="185131"/>
                      </a:cubicBezTo>
                      <a:cubicBezTo>
                        <a:pt x="185762" y="185703"/>
                        <a:pt x="165379" y="202467"/>
                        <a:pt x="162807" y="205896"/>
                      </a:cubicBezTo>
                      <a:cubicBezTo>
                        <a:pt x="154711" y="216373"/>
                        <a:pt x="174427" y="319434"/>
                        <a:pt x="178809" y="351533"/>
                      </a:cubicBezTo>
                      <a:cubicBezTo>
                        <a:pt x="187000" y="411445"/>
                        <a:pt x="98704" y="440306"/>
                        <a:pt x="98704" y="440306"/>
                      </a:cubicBezTo>
                      <a:cubicBezTo>
                        <a:pt x="98704" y="440306"/>
                        <a:pt x="48126" y="426876"/>
                        <a:pt x="42887" y="351533"/>
                      </a:cubicBezTo>
                      <a:cubicBezTo>
                        <a:pt x="42887" y="351533"/>
                        <a:pt x="45173" y="205801"/>
                        <a:pt x="44411" y="205134"/>
                      </a:cubicBezTo>
                      <a:cubicBezTo>
                        <a:pt x="31457" y="194275"/>
                        <a:pt x="-15311" y="193228"/>
                        <a:pt x="5073" y="91977"/>
                      </a:cubicBezTo>
                      <a:cubicBezTo>
                        <a:pt x="23932" y="-1749"/>
                        <a:pt x="91560" y="-1178"/>
                        <a:pt x="108895" y="346"/>
                      </a:cubicBezTo>
                      <a:cubicBezTo>
                        <a:pt x="123659" y="1680"/>
                        <a:pt x="173856" y="346"/>
                        <a:pt x="180619" y="116551"/>
                      </a:cubicBez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2" name="Google Shape;1102;p37">
                  <a:extLst>
                    <a:ext uri="{FF2B5EF4-FFF2-40B4-BE49-F238E27FC236}">
                      <a16:creationId xmlns:a16="http://schemas.microsoft.com/office/drawing/2014/main" id="{37569623-EFEC-3F96-3F55-262506783F0E}"/>
                    </a:ext>
                  </a:extLst>
                </p:cNvPr>
                <p:cNvSpPr/>
                <p:nvPr/>
              </p:nvSpPr>
              <p:spPr>
                <a:xfrm>
                  <a:off x="2127316" y="1917239"/>
                  <a:ext cx="133661" cy="999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661" h="99928" extrusionOk="0">
                      <a:moveTo>
                        <a:pt x="0" y="5434"/>
                      </a:moveTo>
                      <a:cubicBezTo>
                        <a:pt x="0" y="5434"/>
                        <a:pt x="20479" y="120496"/>
                        <a:pt x="128778" y="96684"/>
                      </a:cubicBezTo>
                      <a:cubicBezTo>
                        <a:pt x="128683" y="96684"/>
                        <a:pt x="172402" y="-27046"/>
                        <a:pt x="0" y="5434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3" name="Google Shape;1103;p37">
                  <a:extLst>
                    <a:ext uri="{FF2B5EF4-FFF2-40B4-BE49-F238E27FC236}">
                      <a16:creationId xmlns:a16="http://schemas.microsoft.com/office/drawing/2014/main" id="{60265213-FFC6-4DD1-C967-67C7C1E3AC71}"/>
                    </a:ext>
                  </a:extLst>
                </p:cNvPr>
                <p:cNvSpPr/>
                <p:nvPr/>
              </p:nvSpPr>
              <p:spPr>
                <a:xfrm>
                  <a:off x="2244664" y="2065805"/>
                  <a:ext cx="33813" cy="245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813" h="24508" extrusionOk="0">
                      <a:moveTo>
                        <a:pt x="33814" y="10411"/>
                      </a:moveTo>
                      <a:cubicBezTo>
                        <a:pt x="33814" y="10411"/>
                        <a:pt x="15621" y="-20640"/>
                        <a:pt x="0" y="24508"/>
                      </a:cubicBezTo>
                    </a:path>
                  </a:pathLst>
                </a:custGeom>
                <a:solidFill>
                  <a:srgbClr val="8F5D48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4" name="Google Shape;1104;p37">
                  <a:extLst>
                    <a:ext uri="{FF2B5EF4-FFF2-40B4-BE49-F238E27FC236}">
                      <a16:creationId xmlns:a16="http://schemas.microsoft.com/office/drawing/2014/main" id="{604F7840-7B4C-A924-C7C2-CBB2B25EE59E}"/>
                    </a:ext>
                  </a:extLst>
                </p:cNvPr>
                <p:cNvSpPr/>
                <p:nvPr/>
              </p:nvSpPr>
              <p:spPr>
                <a:xfrm>
                  <a:off x="2134841" y="1998536"/>
                  <a:ext cx="20596" cy="158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96" h="15882" extrusionOk="0">
                      <a:moveTo>
                        <a:pt x="19145" y="15197"/>
                      </a:moveTo>
                      <a:cubicBezTo>
                        <a:pt x="22574" y="19197"/>
                        <a:pt x="19526" y="4529"/>
                        <a:pt x="14192" y="1576"/>
                      </a:cubicBezTo>
                      <a:cubicBezTo>
                        <a:pt x="8953" y="-1377"/>
                        <a:pt x="2572" y="-43"/>
                        <a:pt x="0" y="4433"/>
                      </a:cubicBezTo>
                      <a:cubicBezTo>
                        <a:pt x="0" y="4433"/>
                        <a:pt x="10954" y="5576"/>
                        <a:pt x="19145" y="1519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5" name="Google Shape;1105;p37">
                  <a:extLst>
                    <a:ext uri="{FF2B5EF4-FFF2-40B4-BE49-F238E27FC236}">
                      <a16:creationId xmlns:a16="http://schemas.microsoft.com/office/drawing/2014/main" id="{954218E0-53D4-95F9-1340-E01478946D27}"/>
                    </a:ext>
                  </a:extLst>
                </p:cNvPr>
                <p:cNvSpPr/>
                <p:nvPr/>
              </p:nvSpPr>
              <p:spPr>
                <a:xfrm>
                  <a:off x="2084558" y="1984965"/>
                  <a:ext cx="23231" cy="9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31" h="9817" extrusionOk="0">
                      <a:moveTo>
                        <a:pt x="1324" y="9622"/>
                      </a:moveTo>
                      <a:cubicBezTo>
                        <a:pt x="-3533" y="11432"/>
                        <a:pt x="6087" y="97"/>
                        <a:pt x="12183" y="2"/>
                      </a:cubicBezTo>
                      <a:cubicBezTo>
                        <a:pt x="18279" y="-94"/>
                        <a:pt x="23232" y="4097"/>
                        <a:pt x="23232" y="9336"/>
                      </a:cubicBezTo>
                      <a:cubicBezTo>
                        <a:pt x="23232" y="9336"/>
                        <a:pt x="13040" y="5145"/>
                        <a:pt x="1324" y="962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6" name="Google Shape;1106;p37">
                  <a:extLst>
                    <a:ext uri="{FF2B5EF4-FFF2-40B4-BE49-F238E27FC236}">
                      <a16:creationId xmlns:a16="http://schemas.microsoft.com/office/drawing/2014/main" id="{3F62ADC0-3293-9D27-A345-3280556EC6CF}"/>
                    </a:ext>
                  </a:extLst>
                </p:cNvPr>
                <p:cNvSpPr/>
                <p:nvPr/>
              </p:nvSpPr>
              <p:spPr>
                <a:xfrm>
                  <a:off x="2131242" y="2024181"/>
                  <a:ext cx="11991" cy="21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99" h="15804" extrusionOk="0">
                      <a:moveTo>
                        <a:pt x="8310" y="9045"/>
                      </a:moveTo>
                      <a:cubicBezTo>
                        <a:pt x="6976" y="13331"/>
                        <a:pt x="4214" y="16379"/>
                        <a:pt x="2118" y="15713"/>
                      </a:cubicBezTo>
                      <a:cubicBezTo>
                        <a:pt x="23" y="15046"/>
                        <a:pt x="-644" y="11045"/>
                        <a:pt x="690" y="6759"/>
                      </a:cubicBezTo>
                      <a:cubicBezTo>
                        <a:pt x="2023" y="2473"/>
                        <a:pt x="4785" y="-575"/>
                        <a:pt x="6881" y="92"/>
                      </a:cubicBezTo>
                      <a:cubicBezTo>
                        <a:pt x="8976" y="663"/>
                        <a:pt x="9643" y="4759"/>
                        <a:pt x="8310" y="904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7" name="Google Shape;1107;p37">
                  <a:extLst>
                    <a:ext uri="{FF2B5EF4-FFF2-40B4-BE49-F238E27FC236}">
                      <a16:creationId xmlns:a16="http://schemas.microsoft.com/office/drawing/2014/main" id="{B179AB92-3B90-3169-C39B-87A69BA6C91C}"/>
                    </a:ext>
                  </a:extLst>
                </p:cNvPr>
                <p:cNvSpPr/>
                <p:nvPr/>
              </p:nvSpPr>
              <p:spPr>
                <a:xfrm>
                  <a:off x="2086775" y="2007961"/>
                  <a:ext cx="11438" cy="201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84" h="15099" extrusionOk="0">
                      <a:moveTo>
                        <a:pt x="7891" y="8645"/>
                      </a:moveTo>
                      <a:cubicBezTo>
                        <a:pt x="6652" y="12741"/>
                        <a:pt x="3985" y="15598"/>
                        <a:pt x="1985" y="15027"/>
                      </a:cubicBezTo>
                      <a:cubicBezTo>
                        <a:pt x="-15" y="14455"/>
                        <a:pt x="-587" y="10550"/>
                        <a:pt x="652" y="6455"/>
                      </a:cubicBezTo>
                      <a:cubicBezTo>
                        <a:pt x="1890" y="2359"/>
                        <a:pt x="4557" y="-499"/>
                        <a:pt x="6557" y="73"/>
                      </a:cubicBezTo>
                      <a:cubicBezTo>
                        <a:pt x="8557" y="644"/>
                        <a:pt x="9224" y="4549"/>
                        <a:pt x="7891" y="864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8" name="Google Shape;1108;p37">
                  <a:extLst>
                    <a:ext uri="{FF2B5EF4-FFF2-40B4-BE49-F238E27FC236}">
                      <a16:creationId xmlns:a16="http://schemas.microsoft.com/office/drawing/2014/main" id="{6EEFDD5E-16DA-4A3E-0A25-917874B9B6D5}"/>
                    </a:ext>
                  </a:extLst>
                </p:cNvPr>
                <p:cNvSpPr/>
                <p:nvPr/>
              </p:nvSpPr>
              <p:spPr>
                <a:xfrm>
                  <a:off x="2110672" y="2132223"/>
                  <a:ext cx="69674" cy="302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674" h="30272" extrusionOk="0">
                      <a:moveTo>
                        <a:pt x="70" y="0"/>
                      </a:moveTo>
                      <a:cubicBezTo>
                        <a:pt x="70" y="0"/>
                        <a:pt x="44362" y="4477"/>
                        <a:pt x="66269" y="1143"/>
                      </a:cubicBezTo>
                      <a:cubicBezTo>
                        <a:pt x="88177" y="-2286"/>
                        <a:pt x="-2882" y="69152"/>
                        <a:pt x="70" y="0"/>
                      </a:cubicBezTo>
                      <a:close/>
                    </a:path>
                  </a:pathLst>
                </a:custGeom>
                <a:solidFill>
                  <a:srgbClr val="8F5D48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9" name="Google Shape;1109;p37">
                  <a:extLst>
                    <a:ext uri="{FF2B5EF4-FFF2-40B4-BE49-F238E27FC236}">
                      <a16:creationId xmlns:a16="http://schemas.microsoft.com/office/drawing/2014/main" id="{F0A4EE09-97EF-0E59-BED3-4992B2CCC3BA}"/>
                    </a:ext>
                  </a:extLst>
                </p:cNvPr>
                <p:cNvSpPr/>
                <p:nvPr/>
              </p:nvSpPr>
              <p:spPr>
                <a:xfrm>
                  <a:off x="2023112" y="4149142"/>
                  <a:ext cx="120110" cy="1685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110" h="168520" extrusionOk="0">
                      <a:moveTo>
                        <a:pt x="120110" y="2953"/>
                      </a:moveTo>
                      <a:lnTo>
                        <a:pt x="104204" y="115919"/>
                      </a:lnTo>
                      <a:cubicBezTo>
                        <a:pt x="104204" y="115919"/>
                        <a:pt x="78677" y="190881"/>
                        <a:pt x="54959" y="161830"/>
                      </a:cubicBezTo>
                      <a:cubicBezTo>
                        <a:pt x="31242" y="132779"/>
                        <a:pt x="7810" y="117443"/>
                        <a:pt x="7810" y="117443"/>
                      </a:cubicBezTo>
                      <a:lnTo>
                        <a:pt x="0" y="0"/>
                      </a:lnTo>
                      <a:lnTo>
                        <a:pt x="120110" y="2953"/>
                      </a:ln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0" name="Google Shape;1110;p37">
                  <a:extLst>
                    <a:ext uri="{FF2B5EF4-FFF2-40B4-BE49-F238E27FC236}">
                      <a16:creationId xmlns:a16="http://schemas.microsoft.com/office/drawing/2014/main" id="{6DCB84B4-1982-B508-962E-6B4D707CE37E}"/>
                    </a:ext>
                  </a:extLst>
                </p:cNvPr>
                <p:cNvSpPr/>
                <p:nvPr/>
              </p:nvSpPr>
              <p:spPr>
                <a:xfrm>
                  <a:off x="2520889" y="4143237"/>
                  <a:ext cx="101155" cy="1356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155" h="135646" extrusionOk="0">
                      <a:moveTo>
                        <a:pt x="0" y="95"/>
                      </a:moveTo>
                      <a:lnTo>
                        <a:pt x="35147" y="112776"/>
                      </a:lnTo>
                      <a:cubicBezTo>
                        <a:pt x="35147" y="112776"/>
                        <a:pt x="61912" y="136207"/>
                        <a:pt x="71533" y="135636"/>
                      </a:cubicBezTo>
                      <a:cubicBezTo>
                        <a:pt x="89154" y="134493"/>
                        <a:pt x="98298" y="104204"/>
                        <a:pt x="98298" y="104204"/>
                      </a:cubicBezTo>
                      <a:lnTo>
                        <a:pt x="10115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1" name="Google Shape;1111;p37">
                  <a:extLst>
                    <a:ext uri="{FF2B5EF4-FFF2-40B4-BE49-F238E27FC236}">
                      <a16:creationId xmlns:a16="http://schemas.microsoft.com/office/drawing/2014/main" id="{53FC8365-E062-641E-23EA-F1366B22B79C}"/>
                    </a:ext>
                  </a:extLst>
                </p:cNvPr>
                <p:cNvSpPr/>
                <p:nvPr/>
              </p:nvSpPr>
              <p:spPr>
                <a:xfrm>
                  <a:off x="1926160" y="4247215"/>
                  <a:ext cx="213243" cy="1063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243" h="106333" extrusionOk="0">
                      <a:moveTo>
                        <a:pt x="96952" y="18799"/>
                      </a:moveTo>
                      <a:lnTo>
                        <a:pt x="2274" y="95475"/>
                      </a:lnTo>
                      <a:cubicBezTo>
                        <a:pt x="-2584" y="99095"/>
                        <a:pt x="845" y="105095"/>
                        <a:pt x="7799" y="105191"/>
                      </a:cubicBezTo>
                      <a:lnTo>
                        <a:pt x="147530" y="106333"/>
                      </a:lnTo>
                      <a:cubicBezTo>
                        <a:pt x="150864" y="106333"/>
                        <a:pt x="153912" y="104810"/>
                        <a:pt x="155055" y="102524"/>
                      </a:cubicBezTo>
                      <a:lnTo>
                        <a:pt x="165628" y="80902"/>
                      </a:lnTo>
                      <a:cubicBezTo>
                        <a:pt x="168676" y="74615"/>
                        <a:pt x="174772" y="74139"/>
                        <a:pt x="174200" y="80807"/>
                      </a:cubicBezTo>
                      <a:lnTo>
                        <a:pt x="179344" y="101666"/>
                      </a:lnTo>
                      <a:cubicBezTo>
                        <a:pt x="179058" y="105000"/>
                        <a:pt x="212491" y="104048"/>
                        <a:pt x="212777" y="101095"/>
                      </a:cubicBezTo>
                      <a:cubicBezTo>
                        <a:pt x="214586" y="82521"/>
                        <a:pt x="210776" y="21942"/>
                        <a:pt x="207442" y="4988"/>
                      </a:cubicBezTo>
                      <a:cubicBezTo>
                        <a:pt x="206966" y="2606"/>
                        <a:pt x="204490" y="606"/>
                        <a:pt x="201156" y="130"/>
                      </a:cubicBezTo>
                      <a:lnTo>
                        <a:pt x="201156" y="130"/>
                      </a:lnTo>
                      <a:cubicBezTo>
                        <a:pt x="198203" y="-346"/>
                        <a:pt x="195155" y="511"/>
                        <a:pt x="193346" y="2321"/>
                      </a:cubicBezTo>
                      <a:cubicBezTo>
                        <a:pt x="183916" y="11465"/>
                        <a:pt x="153721" y="38897"/>
                        <a:pt x="137719" y="33372"/>
                      </a:cubicBezTo>
                      <a:cubicBezTo>
                        <a:pt x="126956" y="29657"/>
                        <a:pt x="112954" y="22990"/>
                        <a:pt x="108668" y="19180"/>
                      </a:cubicBezTo>
                      <a:cubicBezTo>
                        <a:pt x="105620" y="16513"/>
                        <a:pt x="100191" y="16418"/>
                        <a:pt x="96952" y="1879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2" name="Google Shape;1112;p37">
                  <a:extLst>
                    <a:ext uri="{FF2B5EF4-FFF2-40B4-BE49-F238E27FC236}">
                      <a16:creationId xmlns:a16="http://schemas.microsoft.com/office/drawing/2014/main" id="{E0766A74-DD0B-2654-41DD-5C549844A73C}"/>
                    </a:ext>
                  </a:extLst>
                </p:cNvPr>
                <p:cNvSpPr/>
                <p:nvPr/>
              </p:nvSpPr>
              <p:spPr>
                <a:xfrm>
                  <a:off x="2539790" y="4242903"/>
                  <a:ext cx="137273" cy="146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273" h="146375" extrusionOk="0">
                      <a:moveTo>
                        <a:pt x="80730" y="727"/>
                      </a:moveTo>
                      <a:lnTo>
                        <a:pt x="134451" y="90738"/>
                      </a:lnTo>
                      <a:cubicBezTo>
                        <a:pt x="140166" y="99501"/>
                        <a:pt x="137023" y="109979"/>
                        <a:pt x="126641" y="116074"/>
                      </a:cubicBezTo>
                      <a:cubicBezTo>
                        <a:pt x="109877" y="126076"/>
                        <a:pt x="96065" y="145983"/>
                        <a:pt x="85493" y="146364"/>
                      </a:cubicBezTo>
                      <a:cubicBezTo>
                        <a:pt x="66348" y="146936"/>
                        <a:pt x="36725" y="126742"/>
                        <a:pt x="19389" y="119218"/>
                      </a:cubicBezTo>
                      <a:cubicBezTo>
                        <a:pt x="7769" y="114170"/>
                        <a:pt x="-1280" y="106740"/>
                        <a:pt x="149" y="97024"/>
                      </a:cubicBezTo>
                      <a:lnTo>
                        <a:pt x="13484" y="6728"/>
                      </a:lnTo>
                      <a:cubicBezTo>
                        <a:pt x="13674" y="5584"/>
                        <a:pt x="15579" y="5204"/>
                        <a:pt x="16627" y="6061"/>
                      </a:cubicBezTo>
                      <a:lnTo>
                        <a:pt x="37201" y="24730"/>
                      </a:lnTo>
                      <a:cubicBezTo>
                        <a:pt x="43964" y="30826"/>
                        <a:pt x="62252" y="30064"/>
                        <a:pt x="66824" y="22730"/>
                      </a:cubicBezTo>
                      <a:cubicBezTo>
                        <a:pt x="70062" y="17491"/>
                        <a:pt x="77682" y="631"/>
                        <a:pt x="77682" y="631"/>
                      </a:cubicBezTo>
                      <a:cubicBezTo>
                        <a:pt x="78349" y="-226"/>
                        <a:pt x="80159" y="-226"/>
                        <a:pt x="80730" y="72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3" name="Google Shape;1113;p37">
                  <a:extLst>
                    <a:ext uri="{FF2B5EF4-FFF2-40B4-BE49-F238E27FC236}">
                      <a16:creationId xmlns:a16="http://schemas.microsoft.com/office/drawing/2014/main" id="{61A262F8-4797-1160-933B-87E64F2F0D31}"/>
                    </a:ext>
                  </a:extLst>
                </p:cNvPr>
                <p:cNvSpPr/>
                <p:nvPr/>
              </p:nvSpPr>
              <p:spPr>
                <a:xfrm>
                  <a:off x="1955027" y="2647812"/>
                  <a:ext cx="690544" cy="15299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0544" h="1529945" extrusionOk="0">
                      <a:moveTo>
                        <a:pt x="380506" y="10668"/>
                      </a:moveTo>
                      <a:cubicBezTo>
                        <a:pt x="423845" y="87344"/>
                        <a:pt x="446800" y="143542"/>
                        <a:pt x="471755" y="241078"/>
                      </a:cubicBezTo>
                      <a:cubicBezTo>
                        <a:pt x="500711" y="354139"/>
                        <a:pt x="676924" y="1310830"/>
                        <a:pt x="690545" y="1516475"/>
                      </a:cubicBezTo>
                      <a:cubicBezTo>
                        <a:pt x="654921" y="1525048"/>
                        <a:pt x="554909" y="1523810"/>
                        <a:pt x="532334" y="1522571"/>
                      </a:cubicBezTo>
                      <a:cubicBezTo>
                        <a:pt x="460706" y="1317307"/>
                        <a:pt x="303163" y="639128"/>
                        <a:pt x="272492" y="509778"/>
                      </a:cubicBezTo>
                      <a:cubicBezTo>
                        <a:pt x="267730" y="489871"/>
                        <a:pt x="237059" y="494252"/>
                        <a:pt x="239441" y="514540"/>
                      </a:cubicBezTo>
                      <a:cubicBezTo>
                        <a:pt x="256871" y="662273"/>
                        <a:pt x="168670" y="1295781"/>
                        <a:pt x="215438" y="1522952"/>
                      </a:cubicBezTo>
                      <a:cubicBezTo>
                        <a:pt x="196769" y="1532477"/>
                        <a:pt x="83802" y="1530382"/>
                        <a:pt x="62180" y="1527620"/>
                      </a:cubicBezTo>
                      <a:cubicBezTo>
                        <a:pt x="38749" y="1274254"/>
                        <a:pt x="-85933" y="315278"/>
                        <a:pt x="102185" y="4381"/>
                      </a:cubicBezTo>
                      <a:cubicBezTo>
                        <a:pt x="188291" y="-7430"/>
                        <a:pt x="293257" y="8096"/>
                        <a:pt x="380506" y="10668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4" name="Google Shape;1114;p37">
                  <a:extLst>
                    <a:ext uri="{FF2B5EF4-FFF2-40B4-BE49-F238E27FC236}">
                      <a16:creationId xmlns:a16="http://schemas.microsoft.com/office/drawing/2014/main" id="{BD8512D5-0836-A82B-EEA4-0ED6B7BEEE9D}"/>
                    </a:ext>
                  </a:extLst>
                </p:cNvPr>
                <p:cNvSpPr/>
                <p:nvPr/>
              </p:nvSpPr>
              <p:spPr>
                <a:xfrm>
                  <a:off x="2011415" y="2221758"/>
                  <a:ext cx="427558" cy="4576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7558" h="457609" extrusionOk="0">
                      <a:moveTo>
                        <a:pt x="83135" y="23717"/>
                      </a:moveTo>
                      <a:cubicBezTo>
                        <a:pt x="85611" y="29813"/>
                        <a:pt x="-2971" y="218599"/>
                        <a:pt x="77" y="278130"/>
                      </a:cubicBezTo>
                      <a:cubicBezTo>
                        <a:pt x="3125" y="338137"/>
                        <a:pt x="44082" y="439102"/>
                        <a:pt x="40844" y="448056"/>
                      </a:cubicBezTo>
                      <a:cubicBezTo>
                        <a:pt x="40844" y="448056"/>
                        <a:pt x="170765" y="476250"/>
                        <a:pt x="427559" y="435769"/>
                      </a:cubicBezTo>
                      <a:cubicBezTo>
                        <a:pt x="411176" y="289465"/>
                        <a:pt x="353740" y="140494"/>
                        <a:pt x="327261" y="66199"/>
                      </a:cubicBezTo>
                      <a:cubicBezTo>
                        <a:pt x="327261" y="66199"/>
                        <a:pt x="245250" y="1619"/>
                        <a:pt x="223533" y="0"/>
                      </a:cubicBezTo>
                      <a:cubicBezTo>
                        <a:pt x="223438" y="0"/>
                        <a:pt x="184386" y="53816"/>
                        <a:pt x="83135" y="237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5" name="Google Shape;1115;p37">
                  <a:extLst>
                    <a:ext uri="{FF2B5EF4-FFF2-40B4-BE49-F238E27FC236}">
                      <a16:creationId xmlns:a16="http://schemas.microsoft.com/office/drawing/2014/main" id="{E0E3BBD6-DE30-671E-5CD5-64B3219C18E3}"/>
                    </a:ext>
                  </a:extLst>
                </p:cNvPr>
                <p:cNvSpPr/>
                <p:nvPr/>
              </p:nvSpPr>
              <p:spPr>
                <a:xfrm>
                  <a:off x="1664696" y="2342048"/>
                  <a:ext cx="371180" cy="2705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180" h="270520" extrusionOk="0">
                      <a:moveTo>
                        <a:pt x="371180" y="270521"/>
                      </a:moveTo>
                      <a:lnTo>
                        <a:pt x="310030" y="68877"/>
                      </a:lnTo>
                      <a:cubicBezTo>
                        <a:pt x="304981" y="52208"/>
                        <a:pt x="291265" y="39730"/>
                        <a:pt x="274216" y="36111"/>
                      </a:cubicBezTo>
                      <a:lnTo>
                        <a:pt x="26470" y="487"/>
                      </a:lnTo>
                      <a:cubicBezTo>
                        <a:pt x="10183" y="-2942"/>
                        <a:pt x="-3819" y="12298"/>
                        <a:pt x="943" y="28300"/>
                      </a:cubicBezTo>
                      <a:lnTo>
                        <a:pt x="52664" y="201750"/>
                      </a:lnTo>
                      <a:cubicBezTo>
                        <a:pt x="54950" y="209371"/>
                        <a:pt x="61046" y="215086"/>
                        <a:pt x="68761" y="216895"/>
                      </a:cubicBezTo>
                      <a:lnTo>
                        <a:pt x="371180" y="27052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6" name="Google Shape;1116;p37">
                  <a:extLst>
                    <a:ext uri="{FF2B5EF4-FFF2-40B4-BE49-F238E27FC236}">
                      <a16:creationId xmlns:a16="http://schemas.microsoft.com/office/drawing/2014/main" id="{CEB6C0C1-0DD3-D266-6B46-B88CBAD865D9}"/>
                    </a:ext>
                  </a:extLst>
                </p:cNvPr>
                <p:cNvSpPr/>
                <p:nvPr/>
              </p:nvSpPr>
              <p:spPr>
                <a:xfrm>
                  <a:off x="1880521" y="2448333"/>
                  <a:ext cx="236793" cy="2247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6793" h="224719" extrusionOk="0">
                      <a:moveTo>
                        <a:pt x="204980" y="224720"/>
                      </a:moveTo>
                      <a:cubicBezTo>
                        <a:pt x="99158" y="152235"/>
                        <a:pt x="39626" y="95371"/>
                        <a:pt x="28292" y="85369"/>
                      </a:cubicBezTo>
                      <a:cubicBezTo>
                        <a:pt x="21815" y="79654"/>
                        <a:pt x="4098" y="60319"/>
                        <a:pt x="5527" y="57080"/>
                      </a:cubicBezTo>
                      <a:cubicBezTo>
                        <a:pt x="8861" y="49650"/>
                        <a:pt x="44865" y="87750"/>
                        <a:pt x="44008" y="85179"/>
                      </a:cubicBezTo>
                      <a:cubicBezTo>
                        <a:pt x="43055" y="82702"/>
                        <a:pt x="-2379" y="43269"/>
                        <a:pt x="98" y="37268"/>
                      </a:cubicBezTo>
                      <a:cubicBezTo>
                        <a:pt x="3908" y="28124"/>
                        <a:pt x="53819" y="72891"/>
                        <a:pt x="54676" y="73654"/>
                      </a:cubicBezTo>
                      <a:cubicBezTo>
                        <a:pt x="67916" y="84512"/>
                        <a:pt x="5241" y="32696"/>
                        <a:pt x="6289" y="25743"/>
                      </a:cubicBezTo>
                      <a:cubicBezTo>
                        <a:pt x="7337" y="18885"/>
                        <a:pt x="37626" y="40506"/>
                        <a:pt x="38674" y="41269"/>
                      </a:cubicBezTo>
                      <a:cubicBezTo>
                        <a:pt x="38674" y="41269"/>
                        <a:pt x="63439" y="61366"/>
                        <a:pt x="65344" y="59842"/>
                      </a:cubicBezTo>
                      <a:cubicBezTo>
                        <a:pt x="67154" y="58318"/>
                        <a:pt x="24672" y="1168"/>
                        <a:pt x="32102" y="25"/>
                      </a:cubicBezTo>
                      <a:cubicBezTo>
                        <a:pt x="39531" y="-1118"/>
                        <a:pt x="74393" y="36982"/>
                        <a:pt x="82965" y="45079"/>
                      </a:cubicBezTo>
                      <a:cubicBezTo>
                        <a:pt x="91538" y="53175"/>
                        <a:pt x="106587" y="61080"/>
                        <a:pt x="111445" y="60319"/>
                      </a:cubicBezTo>
                      <a:cubicBezTo>
                        <a:pt x="115541" y="59652"/>
                        <a:pt x="118970" y="41745"/>
                        <a:pt x="114874" y="32601"/>
                      </a:cubicBezTo>
                      <a:cubicBezTo>
                        <a:pt x="114874" y="32601"/>
                        <a:pt x="135829" y="54604"/>
                        <a:pt x="142211" y="73082"/>
                      </a:cubicBezTo>
                      <a:cubicBezTo>
                        <a:pt x="145544" y="82797"/>
                        <a:pt x="147640" y="95180"/>
                        <a:pt x="147640" y="95180"/>
                      </a:cubicBezTo>
                      <a:lnTo>
                        <a:pt x="236794" y="154045"/>
                      </a:lnTo>
                      <a:lnTo>
                        <a:pt x="204980" y="224720"/>
                      </a:lnTo>
                      <a:close/>
                    </a:path>
                  </a:pathLst>
                </a:custGeom>
                <a:solidFill>
                  <a:srgbClr val="D4603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7" name="Google Shape;1117;p37">
                  <a:extLst>
                    <a:ext uri="{FF2B5EF4-FFF2-40B4-BE49-F238E27FC236}">
                      <a16:creationId xmlns:a16="http://schemas.microsoft.com/office/drawing/2014/main" id="{6586CCF2-2A60-2EE6-E8E1-EFFC5007ED73}"/>
                    </a:ext>
                  </a:extLst>
                </p:cNvPr>
                <p:cNvSpPr/>
                <p:nvPr/>
              </p:nvSpPr>
              <p:spPr>
                <a:xfrm>
                  <a:off x="1985775" y="2277890"/>
                  <a:ext cx="410182" cy="4982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182" h="498297" extrusionOk="0">
                      <a:moveTo>
                        <a:pt x="283369" y="73313"/>
                      </a:moveTo>
                      <a:cubicBezTo>
                        <a:pt x="283369" y="73313"/>
                        <a:pt x="306419" y="-21556"/>
                        <a:pt x="348996" y="4543"/>
                      </a:cubicBezTo>
                      <a:cubicBezTo>
                        <a:pt x="421100" y="48644"/>
                        <a:pt x="449866" y="263051"/>
                        <a:pt x="319564" y="482984"/>
                      </a:cubicBezTo>
                      <a:cubicBezTo>
                        <a:pt x="277273" y="554326"/>
                        <a:pt x="0" y="353253"/>
                        <a:pt x="0" y="353253"/>
                      </a:cubicBezTo>
                      <a:lnTo>
                        <a:pt x="65627" y="250288"/>
                      </a:lnTo>
                      <a:lnTo>
                        <a:pt x="215360" y="343252"/>
                      </a:lnTo>
                      <a:lnTo>
                        <a:pt x="283369" y="7331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8" name="Google Shape;1118;p37">
                  <a:extLst>
                    <a:ext uri="{FF2B5EF4-FFF2-40B4-BE49-F238E27FC236}">
                      <a16:creationId xmlns:a16="http://schemas.microsoft.com/office/drawing/2014/main" id="{5FE1B04A-97FE-F501-9CE1-BD1ED53373B1}"/>
                    </a:ext>
                  </a:extLst>
                </p:cNvPr>
                <p:cNvSpPr/>
                <p:nvPr/>
              </p:nvSpPr>
              <p:spPr>
                <a:xfrm>
                  <a:off x="2205135" y="2091170"/>
                  <a:ext cx="99441" cy="994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441" h="99441" extrusionOk="0">
                      <a:moveTo>
                        <a:pt x="49721" y="99441"/>
                      </a:moveTo>
                      <a:cubicBezTo>
                        <a:pt x="22289" y="99441"/>
                        <a:pt x="0" y="77153"/>
                        <a:pt x="0" y="49721"/>
                      </a:cubicBezTo>
                      <a:cubicBezTo>
                        <a:pt x="0" y="22288"/>
                        <a:pt x="22289" y="0"/>
                        <a:pt x="49721" y="0"/>
                      </a:cubicBezTo>
                      <a:cubicBezTo>
                        <a:pt x="77152" y="0"/>
                        <a:pt x="99441" y="22288"/>
                        <a:pt x="99441" y="49721"/>
                      </a:cubicBezTo>
                      <a:cubicBezTo>
                        <a:pt x="99441" y="77153"/>
                        <a:pt x="77152" y="99441"/>
                        <a:pt x="49721" y="99441"/>
                      </a:cubicBezTo>
                      <a:close/>
                      <a:moveTo>
                        <a:pt x="49721" y="4477"/>
                      </a:moveTo>
                      <a:cubicBezTo>
                        <a:pt x="24765" y="4477"/>
                        <a:pt x="4381" y="24765"/>
                        <a:pt x="4381" y="49816"/>
                      </a:cubicBezTo>
                      <a:cubicBezTo>
                        <a:pt x="4381" y="74867"/>
                        <a:pt x="24670" y="95155"/>
                        <a:pt x="49721" y="95155"/>
                      </a:cubicBezTo>
                      <a:cubicBezTo>
                        <a:pt x="74771" y="95155"/>
                        <a:pt x="95060" y="74867"/>
                        <a:pt x="95060" y="49816"/>
                      </a:cubicBezTo>
                      <a:cubicBezTo>
                        <a:pt x="95060" y="24765"/>
                        <a:pt x="74676" y="4477"/>
                        <a:pt x="49721" y="4477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119" name="Google Shape;1119;p37">
                <a:extLst>
                  <a:ext uri="{FF2B5EF4-FFF2-40B4-BE49-F238E27FC236}">
                    <a16:creationId xmlns:a16="http://schemas.microsoft.com/office/drawing/2014/main" id="{92D2CDEB-545F-947B-9F64-9C52F48DABBA}"/>
                  </a:ext>
                </a:extLst>
              </p:cNvPr>
              <p:cNvSpPr/>
              <p:nvPr/>
            </p:nvSpPr>
            <p:spPr>
              <a:xfrm rot="-9414398">
                <a:off x="2144222" y="2053107"/>
                <a:ext cx="41373" cy="23141"/>
              </a:xfrm>
              <a:custGeom>
                <a:avLst/>
                <a:gdLst/>
                <a:ahLst/>
                <a:cxnLst/>
                <a:rect l="l" t="t" r="r" b="b"/>
                <a:pathLst>
                  <a:path w="45" h="25" extrusionOk="0">
                    <a:moveTo>
                      <a:pt x="27" y="0"/>
                    </a:moveTo>
                    <a:cubicBezTo>
                      <a:pt x="24" y="0"/>
                      <a:pt x="21" y="1"/>
                      <a:pt x="18" y="2"/>
                    </a:cubicBezTo>
                    <a:cubicBezTo>
                      <a:pt x="6" y="7"/>
                      <a:pt x="0" y="21"/>
                      <a:pt x="0" y="21"/>
                    </a:cubicBezTo>
                    <a:cubicBezTo>
                      <a:pt x="0" y="21"/>
                      <a:pt x="8" y="25"/>
                      <a:pt x="17" y="25"/>
                    </a:cubicBezTo>
                    <a:cubicBezTo>
                      <a:pt x="20" y="25"/>
                      <a:pt x="23" y="25"/>
                      <a:pt x="26" y="24"/>
                    </a:cubicBezTo>
                    <a:cubicBezTo>
                      <a:pt x="39" y="19"/>
                      <a:pt x="45" y="4"/>
                      <a:pt x="45" y="4"/>
                    </a:cubicBezTo>
                    <a:cubicBezTo>
                      <a:pt x="45" y="4"/>
                      <a:pt x="37" y="0"/>
                      <a:pt x="27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20" name="Google Shape;1120;p37">
              <a:extLst>
                <a:ext uri="{FF2B5EF4-FFF2-40B4-BE49-F238E27FC236}">
                  <a16:creationId xmlns:a16="http://schemas.microsoft.com/office/drawing/2014/main" id="{2B1F9167-BF87-D97A-9596-78C6A0A97D28}"/>
                </a:ext>
              </a:extLst>
            </p:cNvPr>
            <p:cNvGrpSpPr/>
            <p:nvPr/>
          </p:nvGrpSpPr>
          <p:grpSpPr>
            <a:xfrm>
              <a:off x="3240259" y="1052240"/>
              <a:ext cx="1031754" cy="966798"/>
              <a:chOff x="1932280" y="1331475"/>
              <a:chExt cx="637200" cy="597084"/>
            </a:xfrm>
          </p:grpSpPr>
          <p:sp>
            <p:nvSpPr>
              <p:cNvPr id="1121" name="Google Shape;1121;p37">
                <a:extLst>
                  <a:ext uri="{FF2B5EF4-FFF2-40B4-BE49-F238E27FC236}">
                    <a16:creationId xmlns:a16="http://schemas.microsoft.com/office/drawing/2014/main" id="{23C62561-FA19-B4C6-83ED-90B23A3CDAFB}"/>
                  </a:ext>
                </a:extLst>
              </p:cNvPr>
              <p:cNvSpPr/>
              <p:nvPr/>
            </p:nvSpPr>
            <p:spPr>
              <a:xfrm>
                <a:off x="1932280" y="1393658"/>
                <a:ext cx="637200" cy="534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2" name="Google Shape;1122;p37">
                <a:extLst>
                  <a:ext uri="{FF2B5EF4-FFF2-40B4-BE49-F238E27FC236}">
                    <a16:creationId xmlns:a16="http://schemas.microsoft.com/office/drawing/2014/main" id="{82BE3776-1D15-4636-67A2-0A77D1D09CD3}"/>
                  </a:ext>
                </a:extLst>
              </p:cNvPr>
              <p:cNvSpPr/>
              <p:nvPr/>
            </p:nvSpPr>
            <p:spPr>
              <a:xfrm>
                <a:off x="2033687" y="1869127"/>
                <a:ext cx="993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3" name="Google Shape;1123;p37">
                <a:extLst>
                  <a:ext uri="{FF2B5EF4-FFF2-40B4-BE49-F238E27FC236}">
                    <a16:creationId xmlns:a16="http://schemas.microsoft.com/office/drawing/2014/main" id="{89D98933-2803-1CB7-BF82-C1FEBE364F67}"/>
                  </a:ext>
                </a:extLst>
              </p:cNvPr>
              <p:cNvSpPr/>
              <p:nvPr/>
            </p:nvSpPr>
            <p:spPr>
              <a:xfrm>
                <a:off x="1977243" y="1857647"/>
                <a:ext cx="38400" cy="39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4" name="Google Shape;1124;p37">
                <a:extLst>
                  <a:ext uri="{FF2B5EF4-FFF2-40B4-BE49-F238E27FC236}">
                    <a16:creationId xmlns:a16="http://schemas.microsoft.com/office/drawing/2014/main" id="{48398727-63BB-CCA5-7250-61AC87DFD487}"/>
                  </a:ext>
                </a:extLst>
              </p:cNvPr>
              <p:cNvSpPr/>
              <p:nvPr/>
            </p:nvSpPr>
            <p:spPr>
              <a:xfrm>
                <a:off x="2432621" y="1869127"/>
                <a:ext cx="1005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5" name="Google Shape;1125;p37">
                <a:extLst>
                  <a:ext uri="{FF2B5EF4-FFF2-40B4-BE49-F238E27FC236}">
                    <a16:creationId xmlns:a16="http://schemas.microsoft.com/office/drawing/2014/main" id="{A73B551D-36DB-D908-0BCA-F9B762321101}"/>
                  </a:ext>
                </a:extLst>
              </p:cNvPr>
              <p:cNvSpPr/>
              <p:nvPr/>
            </p:nvSpPr>
            <p:spPr>
              <a:xfrm>
                <a:off x="2377133" y="1857647"/>
                <a:ext cx="39300" cy="39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6" name="Google Shape;1126;p37">
                <a:extLst>
                  <a:ext uri="{FF2B5EF4-FFF2-40B4-BE49-F238E27FC236}">
                    <a16:creationId xmlns:a16="http://schemas.microsoft.com/office/drawing/2014/main" id="{40DAF5EB-D83F-3E4D-A736-0E68C950E714}"/>
                  </a:ext>
                </a:extLst>
              </p:cNvPr>
              <p:cNvSpPr/>
              <p:nvPr/>
            </p:nvSpPr>
            <p:spPr>
              <a:xfrm>
                <a:off x="1932280" y="1331475"/>
                <a:ext cx="637146" cy="62184"/>
              </a:xfrm>
              <a:custGeom>
                <a:avLst/>
                <a:gdLst/>
                <a:ahLst/>
                <a:cxnLst/>
                <a:rect l="l" t="t" r="r" b="b"/>
                <a:pathLst>
                  <a:path w="729" h="71" extrusionOk="0">
                    <a:moveTo>
                      <a:pt x="695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729" y="71"/>
                      <a:pt x="729" y="71"/>
                      <a:pt x="729" y="71"/>
                    </a:cubicBezTo>
                    <a:cubicBezTo>
                      <a:pt x="729" y="34"/>
                      <a:pt x="729" y="34"/>
                      <a:pt x="729" y="34"/>
                    </a:cubicBezTo>
                    <a:cubicBezTo>
                      <a:pt x="729" y="15"/>
                      <a:pt x="714" y="0"/>
                      <a:pt x="69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7" name="Google Shape;1127;p37">
                <a:extLst>
                  <a:ext uri="{FF2B5EF4-FFF2-40B4-BE49-F238E27FC236}">
                    <a16:creationId xmlns:a16="http://schemas.microsoft.com/office/drawing/2014/main" id="{D84C90EB-F9A7-CCB9-CFA3-4DC1703CCD5D}"/>
                  </a:ext>
                </a:extLst>
              </p:cNvPr>
              <p:cNvSpPr/>
              <p:nvPr/>
            </p:nvSpPr>
            <p:spPr>
              <a:xfrm>
                <a:off x="1959067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8" name="Google Shape;1128;p37">
                <a:extLst>
                  <a:ext uri="{FF2B5EF4-FFF2-40B4-BE49-F238E27FC236}">
                    <a16:creationId xmlns:a16="http://schemas.microsoft.com/office/drawing/2014/main" id="{C76B17F6-8CC7-1B34-0B49-99160BE8C7DD}"/>
                  </a:ext>
                </a:extLst>
              </p:cNvPr>
              <p:cNvSpPr/>
              <p:nvPr/>
            </p:nvSpPr>
            <p:spPr>
              <a:xfrm>
                <a:off x="2003074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9" name="Google Shape;1129;p37">
                <a:extLst>
                  <a:ext uri="{FF2B5EF4-FFF2-40B4-BE49-F238E27FC236}">
                    <a16:creationId xmlns:a16="http://schemas.microsoft.com/office/drawing/2014/main" id="{DEFA1FCA-AC60-C25D-9CD6-13A5397618AF}"/>
                  </a:ext>
                </a:extLst>
              </p:cNvPr>
              <p:cNvSpPr/>
              <p:nvPr/>
            </p:nvSpPr>
            <p:spPr>
              <a:xfrm>
                <a:off x="2047081" y="1348695"/>
                <a:ext cx="297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0" name="Google Shape;1130;p37">
                <a:extLst>
                  <a:ext uri="{FF2B5EF4-FFF2-40B4-BE49-F238E27FC236}">
                    <a16:creationId xmlns:a16="http://schemas.microsoft.com/office/drawing/2014/main" id="{DFE5E9EB-6011-48A6-760E-2347923C7C1B}"/>
                  </a:ext>
                </a:extLst>
              </p:cNvPr>
              <p:cNvSpPr/>
              <p:nvPr/>
            </p:nvSpPr>
            <p:spPr>
              <a:xfrm>
                <a:off x="2045167" y="1431925"/>
                <a:ext cx="411300" cy="411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1" name="Google Shape;1131;p37">
                <a:extLst>
                  <a:ext uri="{FF2B5EF4-FFF2-40B4-BE49-F238E27FC236}">
                    <a16:creationId xmlns:a16="http://schemas.microsoft.com/office/drawing/2014/main" id="{07C8E73C-3136-6EFA-52FE-74A54B37900E}"/>
                  </a:ext>
                </a:extLst>
              </p:cNvPr>
              <p:cNvSpPr/>
              <p:nvPr/>
            </p:nvSpPr>
            <p:spPr>
              <a:xfrm>
                <a:off x="2115004" y="1502719"/>
                <a:ext cx="264042" cy="264042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2" name="Google Shape;1132;p37">
                <a:extLst>
                  <a:ext uri="{FF2B5EF4-FFF2-40B4-BE49-F238E27FC236}">
                    <a16:creationId xmlns:a16="http://schemas.microsoft.com/office/drawing/2014/main" id="{45C87DAF-B16A-C282-96A4-B5698A6EB28F}"/>
                  </a:ext>
                </a:extLst>
              </p:cNvPr>
              <p:cNvSpPr/>
              <p:nvPr/>
            </p:nvSpPr>
            <p:spPr>
              <a:xfrm>
                <a:off x="2093958" y="1495066"/>
                <a:ext cx="130108" cy="123412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33" name="Google Shape;1133;p37">
              <a:extLst>
                <a:ext uri="{FF2B5EF4-FFF2-40B4-BE49-F238E27FC236}">
                  <a16:creationId xmlns:a16="http://schemas.microsoft.com/office/drawing/2014/main" id="{2A972897-7CC8-F114-812F-FB79B7FFAFC6}"/>
                </a:ext>
              </a:extLst>
            </p:cNvPr>
            <p:cNvGrpSpPr/>
            <p:nvPr/>
          </p:nvGrpSpPr>
          <p:grpSpPr>
            <a:xfrm>
              <a:off x="2506206" y="2214150"/>
              <a:ext cx="1122628" cy="1495382"/>
              <a:chOff x="8029471" y="1308462"/>
              <a:chExt cx="617100" cy="822000"/>
            </a:xfrm>
          </p:grpSpPr>
          <p:sp>
            <p:nvSpPr>
              <p:cNvPr id="1134" name="Google Shape;1134;p37">
                <a:extLst>
                  <a:ext uri="{FF2B5EF4-FFF2-40B4-BE49-F238E27FC236}">
                    <a16:creationId xmlns:a16="http://schemas.microsoft.com/office/drawing/2014/main" id="{73A1F804-4C58-A038-827A-8F0EC57000CC}"/>
                  </a:ext>
                </a:extLst>
              </p:cNvPr>
              <p:cNvSpPr/>
              <p:nvPr/>
            </p:nvSpPr>
            <p:spPr>
              <a:xfrm>
                <a:off x="8029471" y="1308462"/>
                <a:ext cx="617100" cy="8220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5" name="Google Shape;1135;p37">
                <a:extLst>
                  <a:ext uri="{FF2B5EF4-FFF2-40B4-BE49-F238E27FC236}">
                    <a16:creationId xmlns:a16="http://schemas.microsoft.com/office/drawing/2014/main" id="{8C3B553F-7528-77CE-BCBE-0C9CD23D4ABF}"/>
                  </a:ext>
                </a:extLst>
              </p:cNvPr>
              <p:cNvSpPr/>
              <p:nvPr/>
            </p:nvSpPr>
            <p:spPr>
              <a:xfrm>
                <a:off x="8079218" y="1651909"/>
                <a:ext cx="5349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6" name="Google Shape;1136;p37">
                <a:extLst>
                  <a:ext uri="{FF2B5EF4-FFF2-40B4-BE49-F238E27FC236}">
                    <a16:creationId xmlns:a16="http://schemas.microsoft.com/office/drawing/2014/main" id="{4C1DA895-05E3-F03E-1ECD-1BF0672CFC87}"/>
                  </a:ext>
                </a:extLst>
              </p:cNvPr>
              <p:cNvSpPr/>
              <p:nvPr/>
            </p:nvSpPr>
            <p:spPr>
              <a:xfrm>
                <a:off x="8079218" y="1695916"/>
                <a:ext cx="5349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7" name="Google Shape;1137;p37">
                <a:extLst>
                  <a:ext uri="{FF2B5EF4-FFF2-40B4-BE49-F238E27FC236}">
                    <a16:creationId xmlns:a16="http://schemas.microsoft.com/office/drawing/2014/main" id="{44FF2630-3456-9954-99AB-030DB888EF3B}"/>
                  </a:ext>
                </a:extLst>
              </p:cNvPr>
              <p:cNvSpPr/>
              <p:nvPr/>
            </p:nvSpPr>
            <p:spPr>
              <a:xfrm>
                <a:off x="8079218" y="1738966"/>
                <a:ext cx="5349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8" name="Google Shape;1138;p37">
                <a:extLst>
                  <a:ext uri="{FF2B5EF4-FFF2-40B4-BE49-F238E27FC236}">
                    <a16:creationId xmlns:a16="http://schemas.microsoft.com/office/drawing/2014/main" id="{B852E782-2B9A-B265-2186-31984BCCAD30}"/>
                  </a:ext>
                </a:extLst>
              </p:cNvPr>
              <p:cNvSpPr/>
              <p:nvPr/>
            </p:nvSpPr>
            <p:spPr>
              <a:xfrm>
                <a:off x="8079218" y="1782973"/>
                <a:ext cx="3090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9" name="Google Shape;1139;p37">
                <a:extLst>
                  <a:ext uri="{FF2B5EF4-FFF2-40B4-BE49-F238E27FC236}">
                    <a16:creationId xmlns:a16="http://schemas.microsoft.com/office/drawing/2014/main" id="{21CC06C5-2C04-6689-B240-D16975506D58}"/>
                  </a:ext>
                </a:extLst>
              </p:cNvPr>
              <p:cNvSpPr/>
              <p:nvPr/>
            </p:nvSpPr>
            <p:spPr>
              <a:xfrm>
                <a:off x="8079218" y="1826981"/>
                <a:ext cx="3090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0" name="Google Shape;1140;p37">
                <a:extLst>
                  <a:ext uri="{FF2B5EF4-FFF2-40B4-BE49-F238E27FC236}">
                    <a16:creationId xmlns:a16="http://schemas.microsoft.com/office/drawing/2014/main" id="{5C3CA42E-D64F-C846-E155-8B16101A978D}"/>
                  </a:ext>
                </a:extLst>
              </p:cNvPr>
              <p:cNvSpPr/>
              <p:nvPr/>
            </p:nvSpPr>
            <p:spPr>
              <a:xfrm>
                <a:off x="8077305" y="1389780"/>
                <a:ext cx="204600" cy="204600"/>
              </a:xfrm>
              <a:prstGeom prst="ellipse">
                <a:avLst/>
              </a:prstGeom>
              <a:solidFill>
                <a:srgbClr val="FF494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1" name="Google Shape;1141;p37">
                <a:extLst>
                  <a:ext uri="{FF2B5EF4-FFF2-40B4-BE49-F238E27FC236}">
                    <a16:creationId xmlns:a16="http://schemas.microsoft.com/office/drawing/2014/main" id="{4F6069CD-5BD5-6A89-4CF5-590BDE327D57}"/>
                  </a:ext>
                </a:extLst>
              </p:cNvPr>
              <p:cNvSpPr/>
              <p:nvPr/>
            </p:nvSpPr>
            <p:spPr>
              <a:xfrm>
                <a:off x="8066781" y="1380213"/>
                <a:ext cx="224819" cy="223862"/>
              </a:xfrm>
              <a:custGeom>
                <a:avLst/>
                <a:gdLst/>
                <a:ahLst/>
                <a:cxnLst/>
                <a:rect l="l" t="t" r="r" b="b"/>
                <a:pathLst>
                  <a:path w="257" h="257" extrusionOk="0">
                    <a:moveTo>
                      <a:pt x="129" y="257"/>
                    </a:moveTo>
                    <a:cubicBezTo>
                      <a:pt x="58" y="257"/>
                      <a:pt x="0" y="199"/>
                      <a:pt x="0" y="128"/>
                    </a:cubicBezTo>
                    <a:cubicBezTo>
                      <a:pt x="0" y="58"/>
                      <a:pt x="58" y="0"/>
                      <a:pt x="129" y="0"/>
                    </a:cubicBezTo>
                    <a:cubicBezTo>
                      <a:pt x="200" y="0"/>
                      <a:pt x="257" y="58"/>
                      <a:pt x="257" y="128"/>
                    </a:cubicBezTo>
                    <a:cubicBezTo>
                      <a:pt x="257" y="135"/>
                      <a:pt x="252" y="140"/>
                      <a:pt x="246" y="140"/>
                    </a:cubicBezTo>
                    <a:cubicBezTo>
                      <a:pt x="240" y="140"/>
                      <a:pt x="234" y="135"/>
                      <a:pt x="234" y="128"/>
                    </a:cubicBezTo>
                    <a:cubicBezTo>
                      <a:pt x="234" y="70"/>
                      <a:pt x="187" y="23"/>
                      <a:pt x="129" y="23"/>
                    </a:cubicBezTo>
                    <a:cubicBezTo>
                      <a:pt x="71" y="23"/>
                      <a:pt x="23" y="70"/>
                      <a:pt x="23" y="128"/>
                    </a:cubicBezTo>
                    <a:cubicBezTo>
                      <a:pt x="23" y="187"/>
                      <a:pt x="71" y="234"/>
                      <a:pt x="129" y="234"/>
                    </a:cubicBezTo>
                    <a:cubicBezTo>
                      <a:pt x="135" y="234"/>
                      <a:pt x="140" y="239"/>
                      <a:pt x="140" y="245"/>
                    </a:cubicBezTo>
                    <a:cubicBezTo>
                      <a:pt x="140" y="252"/>
                      <a:pt x="135" y="257"/>
                      <a:pt x="129" y="257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2" name="Google Shape;1142;p37">
                <a:extLst>
                  <a:ext uri="{FF2B5EF4-FFF2-40B4-BE49-F238E27FC236}">
                    <a16:creationId xmlns:a16="http://schemas.microsoft.com/office/drawing/2014/main" id="{EB472EC8-B918-69D6-A8B1-91B0445CE020}"/>
                  </a:ext>
                </a:extLst>
              </p:cNvPr>
              <p:cNvSpPr/>
              <p:nvPr/>
            </p:nvSpPr>
            <p:spPr>
              <a:xfrm>
                <a:off x="8114615" y="1428047"/>
                <a:ext cx="130200" cy="1281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3" name="Google Shape;1143;p37">
                <a:extLst>
                  <a:ext uri="{FF2B5EF4-FFF2-40B4-BE49-F238E27FC236}">
                    <a16:creationId xmlns:a16="http://schemas.microsoft.com/office/drawing/2014/main" id="{BC376BC0-F3BC-0AFF-3414-834D43EDE275}"/>
                  </a:ext>
                </a:extLst>
              </p:cNvPr>
              <p:cNvSpPr/>
              <p:nvPr/>
            </p:nvSpPr>
            <p:spPr>
              <a:xfrm>
                <a:off x="8317430" y="1380213"/>
                <a:ext cx="2964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4" name="Google Shape;1144;p37">
                <a:extLst>
                  <a:ext uri="{FF2B5EF4-FFF2-40B4-BE49-F238E27FC236}">
                    <a16:creationId xmlns:a16="http://schemas.microsoft.com/office/drawing/2014/main" id="{55E918D5-DC2E-B59C-8F13-FF22A270C073}"/>
                  </a:ext>
                </a:extLst>
              </p:cNvPr>
              <p:cNvSpPr/>
              <p:nvPr/>
            </p:nvSpPr>
            <p:spPr>
              <a:xfrm>
                <a:off x="8317430" y="1424220"/>
                <a:ext cx="2964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5" name="Google Shape;1145;p37">
                <a:extLst>
                  <a:ext uri="{FF2B5EF4-FFF2-40B4-BE49-F238E27FC236}">
                    <a16:creationId xmlns:a16="http://schemas.microsoft.com/office/drawing/2014/main" id="{45127B5E-A5DF-72AC-90DF-F3C44BC9F773}"/>
                  </a:ext>
                </a:extLst>
              </p:cNvPr>
              <p:cNvSpPr/>
              <p:nvPr/>
            </p:nvSpPr>
            <p:spPr>
              <a:xfrm>
                <a:off x="8317430" y="1468227"/>
                <a:ext cx="2964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6" name="Google Shape;1146;p37">
                <a:extLst>
                  <a:ext uri="{FF2B5EF4-FFF2-40B4-BE49-F238E27FC236}">
                    <a16:creationId xmlns:a16="http://schemas.microsoft.com/office/drawing/2014/main" id="{DFB43DA9-8001-6B2A-283F-98B5FBE4E969}"/>
                  </a:ext>
                </a:extLst>
              </p:cNvPr>
              <p:cNvSpPr/>
              <p:nvPr/>
            </p:nvSpPr>
            <p:spPr>
              <a:xfrm>
                <a:off x="8317430" y="1512234"/>
                <a:ext cx="2133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7" name="Google Shape;1147;p37">
                <a:extLst>
                  <a:ext uri="{FF2B5EF4-FFF2-40B4-BE49-F238E27FC236}">
                    <a16:creationId xmlns:a16="http://schemas.microsoft.com/office/drawing/2014/main" id="{D6DFFD8C-8CDB-1477-7555-0FCC49A19538}"/>
                  </a:ext>
                </a:extLst>
              </p:cNvPr>
              <p:cNvSpPr/>
              <p:nvPr/>
            </p:nvSpPr>
            <p:spPr>
              <a:xfrm>
                <a:off x="8317430" y="1557198"/>
                <a:ext cx="2133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8" name="Google Shape;1148;p37">
                <a:extLst>
                  <a:ext uri="{FF2B5EF4-FFF2-40B4-BE49-F238E27FC236}">
                    <a16:creationId xmlns:a16="http://schemas.microsoft.com/office/drawing/2014/main" id="{8FD1FF08-654A-ACBA-DFEA-3F0D7D29CBE5}"/>
                  </a:ext>
                </a:extLst>
              </p:cNvPr>
              <p:cNvSpPr/>
              <p:nvPr/>
            </p:nvSpPr>
            <p:spPr>
              <a:xfrm>
                <a:off x="8190192" y="1887251"/>
                <a:ext cx="1158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9" name="Google Shape;1149;p37">
                <a:extLst>
                  <a:ext uri="{FF2B5EF4-FFF2-40B4-BE49-F238E27FC236}">
                    <a16:creationId xmlns:a16="http://schemas.microsoft.com/office/drawing/2014/main" id="{BF358066-632B-69A1-50AD-D5A73DED1B68}"/>
                  </a:ext>
                </a:extLst>
              </p:cNvPr>
              <p:cNvSpPr/>
              <p:nvPr/>
            </p:nvSpPr>
            <p:spPr>
              <a:xfrm>
                <a:off x="8190192" y="1911168"/>
                <a:ext cx="115800" cy="8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0" name="Google Shape;1150;p37">
                <a:extLst>
                  <a:ext uri="{FF2B5EF4-FFF2-40B4-BE49-F238E27FC236}">
                    <a16:creationId xmlns:a16="http://schemas.microsoft.com/office/drawing/2014/main" id="{C5FB6681-A2EC-DAA7-D5A8-C19CA88B2EB7}"/>
                  </a:ext>
                </a:extLst>
              </p:cNvPr>
              <p:cNvSpPr/>
              <p:nvPr/>
            </p:nvSpPr>
            <p:spPr>
              <a:xfrm>
                <a:off x="8190192" y="1935085"/>
                <a:ext cx="831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1" name="Google Shape;1151;p37">
                <a:extLst>
                  <a:ext uri="{FF2B5EF4-FFF2-40B4-BE49-F238E27FC236}">
                    <a16:creationId xmlns:a16="http://schemas.microsoft.com/office/drawing/2014/main" id="{871AA03D-8E79-6012-4AA2-E75B5A61998C}"/>
                  </a:ext>
                </a:extLst>
              </p:cNvPr>
              <p:cNvSpPr/>
              <p:nvPr/>
            </p:nvSpPr>
            <p:spPr>
              <a:xfrm>
                <a:off x="8079218" y="1887251"/>
                <a:ext cx="79500" cy="7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2" name="Google Shape;1152;p37">
                <a:extLst>
                  <a:ext uri="{FF2B5EF4-FFF2-40B4-BE49-F238E27FC236}">
                    <a16:creationId xmlns:a16="http://schemas.microsoft.com/office/drawing/2014/main" id="{51910189-FA81-39CE-ABF1-66D1C88D59B2}"/>
                  </a:ext>
                </a:extLst>
              </p:cNvPr>
              <p:cNvSpPr/>
              <p:nvPr/>
            </p:nvSpPr>
            <p:spPr>
              <a:xfrm>
                <a:off x="8499198" y="1887251"/>
                <a:ext cx="1149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3" name="Google Shape;1153;p37">
                <a:extLst>
                  <a:ext uri="{FF2B5EF4-FFF2-40B4-BE49-F238E27FC236}">
                    <a16:creationId xmlns:a16="http://schemas.microsoft.com/office/drawing/2014/main" id="{01CCF9F9-B29E-10A9-9295-71EEBDBFCFC0}"/>
                  </a:ext>
                </a:extLst>
              </p:cNvPr>
              <p:cNvSpPr/>
              <p:nvPr/>
            </p:nvSpPr>
            <p:spPr>
              <a:xfrm>
                <a:off x="8499198" y="1911168"/>
                <a:ext cx="114900" cy="8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4" name="Google Shape;1154;p37">
                <a:extLst>
                  <a:ext uri="{FF2B5EF4-FFF2-40B4-BE49-F238E27FC236}">
                    <a16:creationId xmlns:a16="http://schemas.microsoft.com/office/drawing/2014/main" id="{4C294A5F-6D76-12AC-D18A-F92B9895F9C3}"/>
                  </a:ext>
                </a:extLst>
              </p:cNvPr>
              <p:cNvSpPr/>
              <p:nvPr/>
            </p:nvSpPr>
            <p:spPr>
              <a:xfrm>
                <a:off x="8499198" y="1935085"/>
                <a:ext cx="831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5" name="Google Shape;1155;p37">
                <a:extLst>
                  <a:ext uri="{FF2B5EF4-FFF2-40B4-BE49-F238E27FC236}">
                    <a16:creationId xmlns:a16="http://schemas.microsoft.com/office/drawing/2014/main" id="{B3F24714-5019-24A8-F4D0-1DA44FFE8F71}"/>
                  </a:ext>
                </a:extLst>
              </p:cNvPr>
              <p:cNvSpPr/>
              <p:nvPr/>
            </p:nvSpPr>
            <p:spPr>
              <a:xfrm>
                <a:off x="8388224" y="1887251"/>
                <a:ext cx="79500" cy="795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6" name="Google Shape;1156;p37">
                <a:extLst>
                  <a:ext uri="{FF2B5EF4-FFF2-40B4-BE49-F238E27FC236}">
                    <a16:creationId xmlns:a16="http://schemas.microsoft.com/office/drawing/2014/main" id="{1B037F9E-035A-12A5-ACC4-A7C0EFFEBB51}"/>
                  </a:ext>
                </a:extLst>
              </p:cNvPr>
              <p:cNvSpPr/>
              <p:nvPr/>
            </p:nvSpPr>
            <p:spPr>
              <a:xfrm>
                <a:off x="8190192" y="1999182"/>
                <a:ext cx="1158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7" name="Google Shape;1157;p37">
                <a:extLst>
                  <a:ext uri="{FF2B5EF4-FFF2-40B4-BE49-F238E27FC236}">
                    <a16:creationId xmlns:a16="http://schemas.microsoft.com/office/drawing/2014/main" id="{6BFC5AB5-8645-D689-B462-A7DD995AC8E7}"/>
                  </a:ext>
                </a:extLst>
              </p:cNvPr>
              <p:cNvSpPr/>
              <p:nvPr/>
            </p:nvSpPr>
            <p:spPr>
              <a:xfrm>
                <a:off x="8190192" y="2023099"/>
                <a:ext cx="115800" cy="8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8" name="Google Shape;1158;p37">
                <a:extLst>
                  <a:ext uri="{FF2B5EF4-FFF2-40B4-BE49-F238E27FC236}">
                    <a16:creationId xmlns:a16="http://schemas.microsoft.com/office/drawing/2014/main" id="{AFD72AFF-5510-32D7-1545-355127E063C3}"/>
                  </a:ext>
                </a:extLst>
              </p:cNvPr>
              <p:cNvSpPr/>
              <p:nvPr/>
            </p:nvSpPr>
            <p:spPr>
              <a:xfrm>
                <a:off x="8190192" y="2047973"/>
                <a:ext cx="83100" cy="6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9" name="Google Shape;1159;p37">
                <a:extLst>
                  <a:ext uri="{FF2B5EF4-FFF2-40B4-BE49-F238E27FC236}">
                    <a16:creationId xmlns:a16="http://schemas.microsoft.com/office/drawing/2014/main" id="{453D7373-8BBE-3BEA-4220-EF3CDDB0870F}"/>
                  </a:ext>
                </a:extLst>
              </p:cNvPr>
              <p:cNvSpPr/>
              <p:nvPr/>
            </p:nvSpPr>
            <p:spPr>
              <a:xfrm>
                <a:off x="8079218" y="1999182"/>
                <a:ext cx="79500" cy="795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0" name="Google Shape;1160;p37">
                <a:extLst>
                  <a:ext uri="{FF2B5EF4-FFF2-40B4-BE49-F238E27FC236}">
                    <a16:creationId xmlns:a16="http://schemas.microsoft.com/office/drawing/2014/main" id="{B6F05C4C-3782-0BBE-5A3E-E50210CE0EAD}"/>
                  </a:ext>
                </a:extLst>
              </p:cNvPr>
              <p:cNvSpPr/>
              <p:nvPr/>
            </p:nvSpPr>
            <p:spPr>
              <a:xfrm>
                <a:off x="8499198" y="1999182"/>
                <a:ext cx="1149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1" name="Google Shape;1161;p37">
                <a:extLst>
                  <a:ext uri="{FF2B5EF4-FFF2-40B4-BE49-F238E27FC236}">
                    <a16:creationId xmlns:a16="http://schemas.microsoft.com/office/drawing/2014/main" id="{3203BE3B-343B-EADC-D3DB-AC4233ABA23C}"/>
                  </a:ext>
                </a:extLst>
              </p:cNvPr>
              <p:cNvSpPr/>
              <p:nvPr/>
            </p:nvSpPr>
            <p:spPr>
              <a:xfrm>
                <a:off x="8499198" y="2023099"/>
                <a:ext cx="114900" cy="8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2" name="Google Shape;1162;p37">
                <a:extLst>
                  <a:ext uri="{FF2B5EF4-FFF2-40B4-BE49-F238E27FC236}">
                    <a16:creationId xmlns:a16="http://schemas.microsoft.com/office/drawing/2014/main" id="{E8784FA9-A9AC-8E91-D870-E04D92E84D60}"/>
                  </a:ext>
                </a:extLst>
              </p:cNvPr>
              <p:cNvSpPr/>
              <p:nvPr/>
            </p:nvSpPr>
            <p:spPr>
              <a:xfrm>
                <a:off x="8499198" y="2047973"/>
                <a:ext cx="83100" cy="6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3" name="Google Shape;1163;p37">
                <a:extLst>
                  <a:ext uri="{FF2B5EF4-FFF2-40B4-BE49-F238E27FC236}">
                    <a16:creationId xmlns:a16="http://schemas.microsoft.com/office/drawing/2014/main" id="{B9F5B42C-9190-0404-4230-B6F66A19C1DE}"/>
                  </a:ext>
                </a:extLst>
              </p:cNvPr>
              <p:cNvSpPr/>
              <p:nvPr/>
            </p:nvSpPr>
            <p:spPr>
              <a:xfrm>
                <a:off x="8388224" y="1999182"/>
                <a:ext cx="79500" cy="79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64" name="Google Shape;1164;p37">
              <a:extLst>
                <a:ext uri="{FF2B5EF4-FFF2-40B4-BE49-F238E27FC236}">
                  <a16:creationId xmlns:a16="http://schemas.microsoft.com/office/drawing/2014/main" id="{6FA29EFB-71EB-A78D-1A28-2FC6676030D5}"/>
                </a:ext>
              </a:extLst>
            </p:cNvPr>
            <p:cNvGrpSpPr/>
            <p:nvPr/>
          </p:nvGrpSpPr>
          <p:grpSpPr>
            <a:xfrm>
              <a:off x="2506200" y="917307"/>
              <a:ext cx="540534" cy="882935"/>
              <a:chOff x="6346165" y="636875"/>
              <a:chExt cx="308049" cy="503212"/>
            </a:xfrm>
          </p:grpSpPr>
          <p:sp>
            <p:nvSpPr>
              <p:cNvPr id="1165" name="Google Shape;1165;p37">
                <a:extLst>
                  <a:ext uri="{FF2B5EF4-FFF2-40B4-BE49-F238E27FC236}">
                    <a16:creationId xmlns:a16="http://schemas.microsoft.com/office/drawing/2014/main" id="{B7B64A53-CEE8-37E1-3BDC-8298EA82CA5E}"/>
                  </a:ext>
                </a:extLst>
              </p:cNvPr>
              <p:cNvSpPr/>
              <p:nvPr/>
            </p:nvSpPr>
            <p:spPr>
              <a:xfrm>
                <a:off x="6347122" y="707669"/>
                <a:ext cx="273610" cy="426678"/>
              </a:xfrm>
              <a:custGeom>
                <a:avLst/>
                <a:gdLst/>
                <a:ahLst/>
                <a:cxnLst/>
                <a:rect l="l" t="t" r="r" b="b"/>
                <a:pathLst>
                  <a:path w="313" h="487" extrusionOk="0">
                    <a:moveTo>
                      <a:pt x="115" y="395"/>
                    </a:moveTo>
                    <a:cubicBezTo>
                      <a:pt x="111" y="399"/>
                      <a:pt x="109" y="403"/>
                      <a:pt x="106" y="406"/>
                    </a:cubicBezTo>
                    <a:cubicBezTo>
                      <a:pt x="79" y="435"/>
                      <a:pt x="34" y="470"/>
                      <a:pt x="11" y="487"/>
                    </a:cubicBezTo>
                    <a:cubicBezTo>
                      <a:pt x="8" y="485"/>
                      <a:pt x="4" y="483"/>
                      <a:pt x="0" y="480"/>
                    </a:cubicBezTo>
                    <a:cubicBezTo>
                      <a:pt x="5" y="452"/>
                      <a:pt x="16" y="396"/>
                      <a:pt x="29" y="359"/>
                    </a:cubicBezTo>
                    <a:cubicBezTo>
                      <a:pt x="31" y="356"/>
                      <a:pt x="32" y="351"/>
                      <a:pt x="35" y="346"/>
                    </a:cubicBezTo>
                    <a:cubicBezTo>
                      <a:pt x="71" y="277"/>
                      <a:pt x="234" y="51"/>
                      <a:pt x="266" y="6"/>
                    </a:cubicBezTo>
                    <a:cubicBezTo>
                      <a:pt x="269" y="2"/>
                      <a:pt x="273" y="0"/>
                      <a:pt x="276" y="2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3" y="24"/>
                      <a:pt x="313" y="29"/>
                      <a:pt x="311" y="34"/>
                    </a:cubicBezTo>
                    <a:cubicBezTo>
                      <a:pt x="286" y="82"/>
                      <a:pt x="159" y="331"/>
                      <a:pt x="115" y="3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6" name="Google Shape;1166;p37">
                <a:extLst>
                  <a:ext uri="{FF2B5EF4-FFF2-40B4-BE49-F238E27FC236}">
                    <a16:creationId xmlns:a16="http://schemas.microsoft.com/office/drawing/2014/main" id="{57F440F5-A1D9-881E-AB4B-6718397D426C}"/>
                  </a:ext>
                </a:extLst>
              </p:cNvPr>
              <p:cNvSpPr/>
              <p:nvPr/>
            </p:nvSpPr>
            <p:spPr>
              <a:xfrm>
                <a:off x="6347122" y="1010936"/>
                <a:ext cx="100451" cy="123412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41" extrusionOk="0">
                    <a:moveTo>
                      <a:pt x="115" y="49"/>
                    </a:moveTo>
                    <a:cubicBezTo>
                      <a:pt x="111" y="53"/>
                      <a:pt x="109" y="57"/>
                      <a:pt x="106" y="60"/>
                    </a:cubicBezTo>
                    <a:cubicBezTo>
                      <a:pt x="79" y="89"/>
                      <a:pt x="34" y="124"/>
                      <a:pt x="11" y="141"/>
                    </a:cubicBezTo>
                    <a:cubicBezTo>
                      <a:pt x="8" y="139"/>
                      <a:pt x="4" y="137"/>
                      <a:pt x="0" y="134"/>
                    </a:cubicBezTo>
                    <a:cubicBezTo>
                      <a:pt x="5" y="106"/>
                      <a:pt x="16" y="50"/>
                      <a:pt x="29" y="13"/>
                    </a:cubicBezTo>
                    <a:cubicBezTo>
                      <a:pt x="31" y="10"/>
                      <a:pt x="32" y="5"/>
                      <a:pt x="35" y="0"/>
                    </a:cubicBezTo>
                    <a:lnTo>
                      <a:pt x="115" y="4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7" name="Google Shape;1167;p37">
                <a:extLst>
                  <a:ext uri="{FF2B5EF4-FFF2-40B4-BE49-F238E27FC236}">
                    <a16:creationId xmlns:a16="http://schemas.microsoft.com/office/drawing/2014/main" id="{7017652A-4A7F-9FAF-09B2-31CA2CF8D51D}"/>
                  </a:ext>
                </a:extLst>
              </p:cNvPr>
              <p:cNvSpPr/>
              <p:nvPr/>
            </p:nvSpPr>
            <p:spPr>
              <a:xfrm>
                <a:off x="6346165" y="1122867"/>
                <a:ext cx="15307" cy="17220"/>
              </a:xfrm>
              <a:custGeom>
                <a:avLst/>
                <a:gdLst/>
                <a:ahLst/>
                <a:cxnLst/>
                <a:rect l="l" t="t" r="r" b="b"/>
                <a:pathLst>
                  <a:path w="18" h="20" extrusionOk="0">
                    <a:moveTo>
                      <a:pt x="2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7"/>
                      <a:pt x="4" y="20"/>
                      <a:pt x="8" y="17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8" name="Google Shape;1168;p37">
                <a:extLst>
                  <a:ext uri="{FF2B5EF4-FFF2-40B4-BE49-F238E27FC236}">
                    <a16:creationId xmlns:a16="http://schemas.microsoft.com/office/drawing/2014/main" id="{D46F1A13-994F-76CF-661B-C2B145D628C6}"/>
                  </a:ext>
                </a:extLst>
              </p:cNvPr>
              <p:cNvSpPr/>
              <p:nvPr/>
            </p:nvSpPr>
            <p:spPr>
              <a:xfrm>
                <a:off x="6602554" y="636875"/>
                <a:ext cx="51660" cy="56444"/>
              </a:xfrm>
              <a:custGeom>
                <a:avLst/>
                <a:gdLst/>
                <a:ahLst/>
                <a:cxnLst/>
                <a:rect l="l" t="t" r="r" b="b"/>
                <a:pathLst>
                  <a:path w="59" h="64" extrusionOk="0">
                    <a:moveTo>
                      <a:pt x="47" y="5"/>
                    </a:moveTo>
                    <a:cubicBezTo>
                      <a:pt x="47" y="5"/>
                      <a:pt x="47" y="5"/>
                      <a:pt x="47" y="5"/>
                    </a:cubicBezTo>
                    <a:cubicBezTo>
                      <a:pt x="37" y="0"/>
                      <a:pt x="26" y="3"/>
                      <a:pt x="20" y="12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33" y="64"/>
                      <a:pt x="33" y="64"/>
                      <a:pt x="33" y="64"/>
                    </a:cubicBezTo>
                    <a:cubicBezTo>
                      <a:pt x="53" y="32"/>
                      <a:pt x="53" y="32"/>
                      <a:pt x="53" y="32"/>
                    </a:cubicBezTo>
                    <a:cubicBezTo>
                      <a:pt x="59" y="23"/>
                      <a:pt x="56" y="11"/>
                      <a:pt x="47" y="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9" name="Google Shape;1169;p37">
                <a:extLst>
                  <a:ext uri="{FF2B5EF4-FFF2-40B4-BE49-F238E27FC236}">
                    <a16:creationId xmlns:a16="http://schemas.microsoft.com/office/drawing/2014/main" id="{C8966837-9FBD-EEE8-AA1C-758F44531429}"/>
                  </a:ext>
                </a:extLst>
              </p:cNvPr>
              <p:cNvSpPr/>
              <p:nvPr/>
            </p:nvSpPr>
            <p:spPr>
              <a:xfrm>
                <a:off x="6569071" y="710539"/>
                <a:ext cx="81318" cy="192292"/>
              </a:xfrm>
              <a:custGeom>
                <a:avLst/>
                <a:gdLst/>
                <a:ahLst/>
                <a:cxnLst/>
                <a:rect l="l" t="t" r="r" b="b"/>
                <a:pathLst>
                  <a:path w="93" h="220" extrusionOk="0">
                    <a:moveTo>
                      <a:pt x="0" y="216"/>
                    </a:moveTo>
                    <a:cubicBezTo>
                      <a:pt x="76" y="34"/>
                      <a:pt x="76" y="34"/>
                      <a:pt x="76" y="34"/>
                    </a:cubicBezTo>
                    <a:cubicBezTo>
                      <a:pt x="77" y="32"/>
                      <a:pt x="76" y="31"/>
                      <a:pt x="75" y="30"/>
                    </a:cubicBezTo>
                    <a:cubicBezTo>
                      <a:pt x="46" y="12"/>
                      <a:pt x="46" y="12"/>
                      <a:pt x="46" y="12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83" y="17"/>
                      <a:pt x="83" y="17"/>
                      <a:pt x="83" y="17"/>
                    </a:cubicBezTo>
                    <a:cubicBezTo>
                      <a:pt x="90" y="22"/>
                      <a:pt x="93" y="31"/>
                      <a:pt x="90" y="40"/>
                    </a:cubicBezTo>
                    <a:cubicBezTo>
                      <a:pt x="90" y="40"/>
                      <a:pt x="29" y="185"/>
                      <a:pt x="22" y="203"/>
                    </a:cubicBezTo>
                    <a:cubicBezTo>
                      <a:pt x="15" y="220"/>
                      <a:pt x="0" y="216"/>
                      <a:pt x="0" y="2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0" name="Google Shape;1170;p37">
                <a:extLst>
                  <a:ext uri="{FF2B5EF4-FFF2-40B4-BE49-F238E27FC236}">
                    <a16:creationId xmlns:a16="http://schemas.microsoft.com/office/drawing/2014/main" id="{51F23202-337B-1E1D-02D5-DE91B229D73C}"/>
                  </a:ext>
                </a:extLst>
              </p:cNvPr>
              <p:cNvSpPr/>
              <p:nvPr/>
            </p:nvSpPr>
            <p:spPr>
              <a:xfrm>
                <a:off x="6566201" y="677055"/>
                <a:ext cx="74621" cy="62184"/>
              </a:xfrm>
              <a:custGeom>
                <a:avLst/>
                <a:gdLst/>
                <a:ahLst/>
                <a:cxnLst/>
                <a:rect l="l" t="t" r="r" b="b"/>
                <a:pathLst>
                  <a:path w="85" h="71" extrusionOk="0">
                    <a:moveTo>
                      <a:pt x="83" y="39"/>
                    </a:moveTo>
                    <a:cubicBezTo>
                      <a:pt x="21" y="2"/>
                      <a:pt x="21" y="2"/>
                      <a:pt x="21" y="2"/>
                    </a:cubicBezTo>
                    <a:cubicBezTo>
                      <a:pt x="19" y="0"/>
                      <a:pt x="16" y="2"/>
                      <a:pt x="14" y="4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28"/>
                      <a:pt x="0" y="31"/>
                      <a:pt x="2" y="32"/>
                    </a:cubicBezTo>
                    <a:cubicBezTo>
                      <a:pt x="64" y="70"/>
                      <a:pt x="64" y="70"/>
                      <a:pt x="64" y="70"/>
                    </a:cubicBezTo>
                    <a:cubicBezTo>
                      <a:pt x="67" y="71"/>
                      <a:pt x="70" y="70"/>
                      <a:pt x="71" y="67"/>
                    </a:cubicBezTo>
                    <a:cubicBezTo>
                      <a:pt x="84" y="47"/>
                      <a:pt x="84" y="47"/>
                      <a:pt x="84" y="47"/>
                    </a:cubicBezTo>
                    <a:cubicBezTo>
                      <a:pt x="85" y="44"/>
                      <a:pt x="85" y="41"/>
                      <a:pt x="83" y="3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71" name="Google Shape;1171;p37">
              <a:extLst>
                <a:ext uri="{FF2B5EF4-FFF2-40B4-BE49-F238E27FC236}">
                  <a16:creationId xmlns:a16="http://schemas.microsoft.com/office/drawing/2014/main" id="{B73758F3-FA39-1279-58C0-F720E5EA426B}"/>
                </a:ext>
              </a:extLst>
            </p:cNvPr>
            <p:cNvGrpSpPr/>
            <p:nvPr/>
          </p:nvGrpSpPr>
          <p:grpSpPr>
            <a:xfrm>
              <a:off x="2232569" y="835727"/>
              <a:ext cx="415198" cy="415198"/>
              <a:chOff x="1404969" y="1106377"/>
              <a:chExt cx="415198" cy="415198"/>
            </a:xfrm>
          </p:grpSpPr>
          <p:sp>
            <p:nvSpPr>
              <p:cNvPr id="1172" name="Google Shape;1172;p37">
                <a:extLst>
                  <a:ext uri="{FF2B5EF4-FFF2-40B4-BE49-F238E27FC236}">
                    <a16:creationId xmlns:a16="http://schemas.microsoft.com/office/drawing/2014/main" id="{BD82C425-759A-25E3-2E75-1F30EFB84DCB}"/>
                  </a:ext>
                </a:extLst>
              </p:cNvPr>
              <p:cNvSpPr/>
              <p:nvPr/>
            </p:nvSpPr>
            <p:spPr>
              <a:xfrm>
                <a:off x="1404969" y="1106377"/>
                <a:ext cx="415198" cy="415198"/>
              </a:xfrm>
              <a:custGeom>
                <a:avLst/>
                <a:gdLst/>
                <a:ahLst/>
                <a:cxnLst/>
                <a:rect l="l" t="t" r="r" b="b"/>
                <a:pathLst>
                  <a:path w="474" h="474" extrusionOk="0">
                    <a:moveTo>
                      <a:pt x="421" y="0"/>
                    </a:moveTo>
                    <a:cubicBezTo>
                      <a:pt x="52" y="0"/>
                      <a:pt x="52" y="0"/>
                      <a:pt x="52" y="0"/>
                    </a:cubicBezTo>
                    <a:cubicBezTo>
                      <a:pt x="23" y="0"/>
                      <a:pt x="0" y="23"/>
                      <a:pt x="0" y="52"/>
                    </a:cubicBezTo>
                    <a:cubicBezTo>
                      <a:pt x="0" y="421"/>
                      <a:pt x="0" y="421"/>
                      <a:pt x="0" y="421"/>
                    </a:cubicBezTo>
                    <a:cubicBezTo>
                      <a:pt x="0" y="451"/>
                      <a:pt x="23" y="474"/>
                      <a:pt x="52" y="474"/>
                    </a:cubicBezTo>
                    <a:cubicBezTo>
                      <a:pt x="421" y="474"/>
                      <a:pt x="421" y="474"/>
                      <a:pt x="421" y="474"/>
                    </a:cubicBezTo>
                    <a:cubicBezTo>
                      <a:pt x="451" y="474"/>
                      <a:pt x="474" y="451"/>
                      <a:pt x="474" y="421"/>
                    </a:cubicBezTo>
                    <a:cubicBezTo>
                      <a:pt x="474" y="52"/>
                      <a:pt x="474" y="52"/>
                      <a:pt x="474" y="52"/>
                    </a:cubicBezTo>
                    <a:cubicBezTo>
                      <a:pt x="474" y="23"/>
                      <a:pt x="451" y="0"/>
                      <a:pt x="4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3" name="Google Shape;1173;p37">
                <a:extLst>
                  <a:ext uri="{FF2B5EF4-FFF2-40B4-BE49-F238E27FC236}">
                    <a16:creationId xmlns:a16="http://schemas.microsoft.com/office/drawing/2014/main" id="{6E67C982-8EB6-0844-53E6-D5D3BA959790}"/>
                  </a:ext>
                </a:extLst>
              </p:cNvPr>
              <p:cNvSpPr/>
              <p:nvPr/>
            </p:nvSpPr>
            <p:spPr>
              <a:xfrm>
                <a:off x="1460456" y="1163778"/>
                <a:ext cx="304223" cy="299440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43" extrusionOk="0">
                    <a:moveTo>
                      <a:pt x="298" y="293"/>
                    </a:moveTo>
                    <a:cubicBezTo>
                      <a:pt x="311" y="280"/>
                      <a:pt x="321" y="265"/>
                      <a:pt x="330" y="248"/>
                    </a:cubicBezTo>
                    <a:cubicBezTo>
                      <a:pt x="330" y="248"/>
                      <a:pt x="330" y="248"/>
                      <a:pt x="330" y="248"/>
                    </a:cubicBezTo>
                    <a:cubicBezTo>
                      <a:pt x="304" y="235"/>
                      <a:pt x="304" y="235"/>
                      <a:pt x="304" y="235"/>
                    </a:cubicBezTo>
                    <a:cubicBezTo>
                      <a:pt x="310" y="221"/>
                      <a:pt x="315" y="206"/>
                      <a:pt x="317" y="192"/>
                    </a:cubicBezTo>
                    <a:cubicBezTo>
                      <a:pt x="346" y="196"/>
                      <a:pt x="346" y="196"/>
                      <a:pt x="346" y="196"/>
                    </a:cubicBezTo>
                    <a:cubicBezTo>
                      <a:pt x="348" y="178"/>
                      <a:pt x="348" y="160"/>
                      <a:pt x="345" y="142"/>
                    </a:cubicBezTo>
                    <a:cubicBezTo>
                      <a:pt x="316" y="147"/>
                      <a:pt x="316" y="147"/>
                      <a:pt x="316" y="147"/>
                    </a:cubicBezTo>
                    <a:cubicBezTo>
                      <a:pt x="313" y="132"/>
                      <a:pt x="308" y="118"/>
                      <a:pt x="301" y="104"/>
                    </a:cubicBezTo>
                    <a:cubicBezTo>
                      <a:pt x="327" y="90"/>
                      <a:pt x="327" y="90"/>
                      <a:pt x="327" y="90"/>
                    </a:cubicBezTo>
                    <a:cubicBezTo>
                      <a:pt x="318" y="74"/>
                      <a:pt x="307" y="60"/>
                      <a:pt x="294" y="47"/>
                    </a:cubicBezTo>
                    <a:cubicBezTo>
                      <a:pt x="274" y="68"/>
                      <a:pt x="274" y="68"/>
                      <a:pt x="274" y="68"/>
                    </a:cubicBezTo>
                    <a:cubicBezTo>
                      <a:pt x="264" y="58"/>
                      <a:pt x="251" y="49"/>
                      <a:pt x="238" y="42"/>
                    </a:cubicBezTo>
                    <a:cubicBezTo>
                      <a:pt x="237" y="42"/>
                      <a:pt x="237" y="42"/>
                      <a:pt x="237" y="42"/>
                    </a:cubicBezTo>
                    <a:cubicBezTo>
                      <a:pt x="250" y="16"/>
                      <a:pt x="250" y="16"/>
                      <a:pt x="250" y="16"/>
                    </a:cubicBezTo>
                    <a:cubicBezTo>
                      <a:pt x="234" y="8"/>
                      <a:pt x="216" y="3"/>
                      <a:pt x="198" y="0"/>
                    </a:cubicBezTo>
                    <a:cubicBezTo>
                      <a:pt x="194" y="29"/>
                      <a:pt x="194" y="29"/>
                      <a:pt x="194" y="29"/>
                    </a:cubicBezTo>
                    <a:cubicBezTo>
                      <a:pt x="179" y="27"/>
                      <a:pt x="164" y="27"/>
                      <a:pt x="149" y="30"/>
                    </a:cubicBezTo>
                    <a:cubicBezTo>
                      <a:pt x="144" y="1"/>
                      <a:pt x="144" y="1"/>
                      <a:pt x="144" y="1"/>
                    </a:cubicBezTo>
                    <a:cubicBezTo>
                      <a:pt x="126" y="4"/>
                      <a:pt x="109" y="10"/>
                      <a:pt x="93" y="19"/>
                    </a:cubicBezTo>
                    <a:cubicBezTo>
                      <a:pt x="106" y="45"/>
                      <a:pt x="106" y="45"/>
                      <a:pt x="106" y="45"/>
                    </a:cubicBezTo>
                    <a:cubicBezTo>
                      <a:pt x="93" y="52"/>
                      <a:pt x="81" y="61"/>
                      <a:pt x="70" y="72"/>
                    </a:cubicBezTo>
                    <a:cubicBezTo>
                      <a:pt x="49" y="51"/>
                      <a:pt x="49" y="51"/>
                      <a:pt x="49" y="51"/>
                    </a:cubicBezTo>
                    <a:cubicBezTo>
                      <a:pt x="37" y="64"/>
                      <a:pt x="26" y="79"/>
                      <a:pt x="18" y="96"/>
                    </a:cubicBezTo>
                    <a:cubicBezTo>
                      <a:pt x="18" y="96"/>
                      <a:pt x="18" y="96"/>
                      <a:pt x="18" y="96"/>
                    </a:cubicBezTo>
                    <a:cubicBezTo>
                      <a:pt x="44" y="108"/>
                      <a:pt x="44" y="108"/>
                      <a:pt x="44" y="108"/>
                    </a:cubicBezTo>
                    <a:cubicBezTo>
                      <a:pt x="38" y="122"/>
                      <a:pt x="33" y="137"/>
                      <a:pt x="31" y="152"/>
                    </a:cubicBezTo>
                    <a:cubicBezTo>
                      <a:pt x="2" y="148"/>
                      <a:pt x="2" y="148"/>
                      <a:pt x="2" y="148"/>
                    </a:cubicBezTo>
                    <a:cubicBezTo>
                      <a:pt x="0" y="166"/>
                      <a:pt x="0" y="184"/>
                      <a:pt x="3" y="202"/>
                    </a:cubicBezTo>
                    <a:cubicBezTo>
                      <a:pt x="32" y="197"/>
                      <a:pt x="32" y="197"/>
                      <a:pt x="32" y="197"/>
                    </a:cubicBezTo>
                    <a:cubicBezTo>
                      <a:pt x="35" y="212"/>
                      <a:pt x="40" y="226"/>
                      <a:pt x="47" y="239"/>
                    </a:cubicBezTo>
                    <a:cubicBezTo>
                      <a:pt x="21" y="253"/>
                      <a:pt x="21" y="253"/>
                      <a:pt x="21" y="253"/>
                    </a:cubicBezTo>
                    <a:cubicBezTo>
                      <a:pt x="29" y="269"/>
                      <a:pt x="40" y="284"/>
                      <a:pt x="53" y="296"/>
                    </a:cubicBezTo>
                    <a:cubicBezTo>
                      <a:pt x="74" y="275"/>
                      <a:pt x="74" y="275"/>
                      <a:pt x="74" y="275"/>
                    </a:cubicBezTo>
                    <a:cubicBezTo>
                      <a:pt x="84" y="286"/>
                      <a:pt x="97" y="295"/>
                      <a:pt x="110" y="301"/>
                    </a:cubicBezTo>
                    <a:cubicBezTo>
                      <a:pt x="111" y="301"/>
                      <a:pt x="111" y="301"/>
                      <a:pt x="111" y="301"/>
                    </a:cubicBezTo>
                    <a:cubicBezTo>
                      <a:pt x="98" y="328"/>
                      <a:pt x="98" y="328"/>
                      <a:pt x="98" y="328"/>
                    </a:cubicBezTo>
                    <a:cubicBezTo>
                      <a:pt x="114" y="336"/>
                      <a:pt x="132" y="341"/>
                      <a:pt x="150" y="343"/>
                    </a:cubicBezTo>
                    <a:cubicBezTo>
                      <a:pt x="154" y="315"/>
                      <a:pt x="154" y="315"/>
                      <a:pt x="154" y="315"/>
                    </a:cubicBezTo>
                    <a:cubicBezTo>
                      <a:pt x="169" y="317"/>
                      <a:pt x="184" y="316"/>
                      <a:pt x="199" y="314"/>
                    </a:cubicBezTo>
                    <a:cubicBezTo>
                      <a:pt x="204" y="343"/>
                      <a:pt x="204" y="343"/>
                      <a:pt x="204" y="343"/>
                    </a:cubicBezTo>
                    <a:cubicBezTo>
                      <a:pt x="222" y="339"/>
                      <a:pt x="239" y="334"/>
                      <a:pt x="255" y="325"/>
                    </a:cubicBezTo>
                    <a:cubicBezTo>
                      <a:pt x="241" y="299"/>
                      <a:pt x="241" y="299"/>
                      <a:pt x="241" y="299"/>
                    </a:cubicBezTo>
                    <a:cubicBezTo>
                      <a:pt x="255" y="292"/>
                      <a:pt x="267" y="283"/>
                      <a:pt x="277" y="272"/>
                    </a:cubicBezTo>
                    <a:lnTo>
                      <a:pt x="298" y="293"/>
                    </a:lnTo>
                    <a:close/>
                    <a:moveTo>
                      <a:pt x="140" y="240"/>
                    </a:moveTo>
                    <a:cubicBezTo>
                      <a:pt x="103" y="222"/>
                      <a:pt x="87" y="176"/>
                      <a:pt x="106" y="138"/>
                    </a:cubicBezTo>
                    <a:cubicBezTo>
                      <a:pt x="124" y="101"/>
                      <a:pt x="170" y="85"/>
                      <a:pt x="208" y="104"/>
                    </a:cubicBezTo>
                    <a:cubicBezTo>
                      <a:pt x="245" y="122"/>
                      <a:pt x="261" y="168"/>
                      <a:pt x="242" y="205"/>
                    </a:cubicBezTo>
                    <a:cubicBezTo>
                      <a:pt x="224" y="243"/>
                      <a:pt x="178" y="259"/>
                      <a:pt x="140" y="2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74" name="Google Shape;1174;p37">
              <a:extLst>
                <a:ext uri="{FF2B5EF4-FFF2-40B4-BE49-F238E27FC236}">
                  <a16:creationId xmlns:a16="http://schemas.microsoft.com/office/drawing/2014/main" id="{E6B81AF2-63F4-98B7-1D2B-A6E3205FF8BE}"/>
                </a:ext>
              </a:extLst>
            </p:cNvPr>
            <p:cNvSpPr/>
            <p:nvPr/>
          </p:nvSpPr>
          <p:spPr>
            <a:xfrm>
              <a:off x="1551075" y="809699"/>
              <a:ext cx="333550" cy="55017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5" name="Google Shape;1175;p37">
              <a:extLst>
                <a:ext uri="{FF2B5EF4-FFF2-40B4-BE49-F238E27FC236}">
                  <a16:creationId xmlns:a16="http://schemas.microsoft.com/office/drawing/2014/main" id="{EA522AF3-B38D-FD30-8A71-6B23CBF0BE96}"/>
                </a:ext>
              </a:extLst>
            </p:cNvPr>
            <p:cNvSpPr/>
            <p:nvPr/>
          </p:nvSpPr>
          <p:spPr>
            <a:xfrm>
              <a:off x="1962697" y="1509313"/>
              <a:ext cx="157450" cy="25972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7080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2">
          <a:extLst>
            <a:ext uri="{FF2B5EF4-FFF2-40B4-BE49-F238E27FC236}">
              <a16:creationId xmlns:a16="http://schemas.microsoft.com/office/drawing/2014/main" id="{80C34383-E3E1-6109-0E57-AB9A08AAC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p44">
            <a:extLst>
              <a:ext uri="{FF2B5EF4-FFF2-40B4-BE49-F238E27FC236}">
                <a16:creationId xmlns:a16="http://schemas.microsoft.com/office/drawing/2014/main" id="{1B384694-506D-B749-3A88-0745AB6CC0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 dirty="0"/>
              <a:t>What data structure solves the issue?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9F3500F-B0A0-C72E-D8F0-5CF61B432F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856" y="1017725"/>
            <a:ext cx="7104744" cy="3402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838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2">
          <a:extLst>
            <a:ext uri="{FF2B5EF4-FFF2-40B4-BE49-F238E27FC236}">
              <a16:creationId xmlns:a16="http://schemas.microsoft.com/office/drawing/2014/main" id="{3F5F23B6-0521-35C3-0064-971FD52E4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p44">
            <a:extLst>
              <a:ext uri="{FF2B5EF4-FFF2-40B4-BE49-F238E27FC236}">
                <a16:creationId xmlns:a16="http://schemas.microsoft.com/office/drawing/2014/main" id="{8439404C-815F-4496-60FE-017A5E97D7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 dirty="0"/>
              <a:t>What data structure solves the issue?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24E2861-F705-8506-DD0B-675DD427BC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969" t="5812" r="24314" b="15204"/>
          <a:stretch>
            <a:fillRect/>
          </a:stretch>
        </p:blipFill>
        <p:spPr>
          <a:xfrm>
            <a:off x="1658257" y="865928"/>
            <a:ext cx="5827486" cy="3832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351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7">
          <a:extLst>
            <a:ext uri="{FF2B5EF4-FFF2-40B4-BE49-F238E27FC236}">
              <a16:creationId xmlns:a16="http://schemas.microsoft.com/office/drawing/2014/main" id="{114132A3-EE29-883F-8237-D65060FF0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p42">
            <a:extLst>
              <a:ext uri="{FF2B5EF4-FFF2-40B4-BE49-F238E27FC236}">
                <a16:creationId xmlns:a16="http://schemas.microsoft.com/office/drawing/2014/main" id="{C37E5FD5-C46A-87A0-822A-2FBB684366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>
              <a:lnSpc>
                <a:spcPct val="90000"/>
              </a:lnSpc>
            </a:pPr>
            <a:r>
              <a:rPr lang="en-GB" sz="2800" b="1" dirty="0">
                <a:latin typeface="DM Sans" pitchFamily="2" charset="77"/>
              </a:rPr>
              <a:t>Relevant constraints</a:t>
            </a:r>
            <a:endParaRPr lang="en-GB" sz="27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940BD21-D407-9C39-3525-16599CB422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224" y="1208225"/>
            <a:ext cx="7231453" cy="3264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endParaRPr lang="en-GB" sz="1200">
              <a:latin typeface="DM Sans" pitchFamily="2" charset="77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14398D6-7C4E-9D72-B12E-CA1AB4BFA2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824" y="1017725"/>
            <a:ext cx="7231453" cy="3264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171450" indent="-171450">
              <a:buFontTx/>
              <a:buChar char="-"/>
            </a:pPr>
            <a:r>
              <a:rPr lang="en-GB" sz="1200" dirty="0">
                <a:latin typeface="DM Sans" pitchFamily="2" charset="77"/>
              </a:rPr>
              <a:t>Regarding Battery %: </a:t>
            </a:r>
          </a:p>
          <a:p>
            <a:pPr marL="541338" lvl="8" indent="-171450">
              <a:buFont typeface="Wingdings" panose="05000000000000000000" pitchFamily="2" charset="2"/>
              <a:buChar char="q"/>
            </a:pPr>
            <a:r>
              <a:rPr lang="en-GB" sz="1200" dirty="0">
                <a:latin typeface="DM Sans" pitchFamily="2" charset="77"/>
              </a:rPr>
              <a:t>If bike type is electric then Battery must be between 0 and 100</a:t>
            </a:r>
          </a:p>
          <a:p>
            <a:pPr marL="541338" lvl="8" indent="-171450">
              <a:buFont typeface="Wingdings" panose="05000000000000000000" pitchFamily="2" charset="2"/>
              <a:buChar char="q"/>
            </a:pPr>
            <a:r>
              <a:rPr lang="en-GB" sz="1200" dirty="0">
                <a:latin typeface="DM Sans" pitchFamily="2" charset="77"/>
              </a:rPr>
              <a:t>If bike type is manual the Battery must be NULL.</a:t>
            </a:r>
          </a:p>
          <a:p>
            <a:pPr marL="541338" lvl="8" indent="-171450">
              <a:buFont typeface="Wingdings" panose="05000000000000000000" pitchFamily="2" charset="2"/>
              <a:buChar char="q"/>
            </a:pPr>
            <a:endParaRPr lang="en-GB" sz="1200" dirty="0">
              <a:latin typeface="DM Sans" pitchFamily="2" charset="77"/>
            </a:endParaRPr>
          </a:p>
          <a:p>
            <a:pPr marL="171450" lvl="8" indent="-171450">
              <a:buFontTx/>
              <a:buChar char="-"/>
            </a:pPr>
            <a:r>
              <a:rPr lang="en-GB" sz="1200" dirty="0">
                <a:latin typeface="DM Sans" pitchFamily="2" charset="77"/>
              </a:rPr>
              <a:t>Regarding Bike status:</a:t>
            </a:r>
          </a:p>
          <a:p>
            <a:pPr marL="538163" lvl="8" indent="-182563">
              <a:buFont typeface="Wingdings" panose="05000000000000000000" pitchFamily="2" charset="2"/>
              <a:buChar char="q"/>
            </a:pPr>
            <a:r>
              <a:rPr lang="en-GB" sz="1200" dirty="0">
                <a:latin typeface="DM Sans" pitchFamily="2" charset="77"/>
              </a:rPr>
              <a:t>If the registered battery level is 20 or below then bike status must be ‘under maintenance’</a:t>
            </a:r>
          </a:p>
          <a:p>
            <a:pPr marL="538163" lvl="8" indent="-182563">
              <a:buFont typeface="Wingdings" panose="05000000000000000000" pitchFamily="2" charset="2"/>
              <a:buChar char="q"/>
            </a:pPr>
            <a:endParaRPr lang="en-GB" sz="1200" dirty="0">
              <a:latin typeface="DM Sans" pitchFamily="2" charset="77"/>
            </a:endParaRPr>
          </a:p>
          <a:p>
            <a:pPr lvl="8"/>
            <a:r>
              <a:rPr lang="en-GB" sz="1200" dirty="0">
                <a:latin typeface="DM Sans" pitchFamily="2" charset="77"/>
              </a:rPr>
              <a:t>- We ensure data integrity with ON DELETE CASCADE.</a:t>
            </a:r>
          </a:p>
          <a:p>
            <a:pPr lvl="8"/>
            <a:endParaRPr lang="en-GB" sz="1200" dirty="0">
              <a:latin typeface="DM Sans" pitchFamily="2" charset="77"/>
            </a:endParaRPr>
          </a:p>
          <a:p>
            <a:pPr marL="369888" lvl="8"/>
            <a:endParaRPr lang="en-GB" sz="1200" dirty="0">
              <a:latin typeface="DM 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072172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2">
          <a:extLst>
            <a:ext uri="{FF2B5EF4-FFF2-40B4-BE49-F238E27FC236}">
              <a16:creationId xmlns:a16="http://schemas.microsoft.com/office/drawing/2014/main" id="{CCFFB716-86F0-01C5-864E-73DE9B48E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31">
            <a:extLst>
              <a:ext uri="{FF2B5EF4-FFF2-40B4-BE49-F238E27FC236}">
                <a16:creationId xmlns:a16="http://schemas.microsoft.com/office/drawing/2014/main" id="{4972B962-A89F-AC3C-6EF1-B062EF2943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71075" y="2969400"/>
            <a:ext cx="4559700" cy="130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data</a:t>
            </a:r>
            <a:endParaRPr dirty="0"/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6EE5CC1C-F3C2-8E1F-5D7B-5AB3F45D01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1980" y="4574564"/>
            <a:ext cx="408556" cy="408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Google Shape;1716;p48">
            <a:extLst>
              <a:ext uri="{FF2B5EF4-FFF2-40B4-BE49-F238E27FC236}">
                <a16:creationId xmlns:a16="http://schemas.microsoft.com/office/drawing/2014/main" id="{F4F23ACC-4B4F-9EC5-F409-FC70F73846A0}"/>
              </a:ext>
            </a:extLst>
          </p:cNvPr>
          <p:cNvGrpSpPr/>
          <p:nvPr/>
        </p:nvGrpSpPr>
        <p:grpSpPr>
          <a:xfrm>
            <a:off x="713225" y="1156077"/>
            <a:ext cx="2379501" cy="3073500"/>
            <a:chOff x="1457450" y="276213"/>
            <a:chExt cx="3719513" cy="4591050"/>
          </a:xfrm>
        </p:grpSpPr>
        <p:sp>
          <p:nvSpPr>
            <p:cNvPr id="33" name="Google Shape;1717;p48">
              <a:extLst>
                <a:ext uri="{FF2B5EF4-FFF2-40B4-BE49-F238E27FC236}">
                  <a16:creationId xmlns:a16="http://schemas.microsoft.com/office/drawing/2014/main" id="{D7EFF1D5-1FE4-90C7-C30F-71EDBA392424}"/>
                </a:ext>
              </a:extLst>
            </p:cNvPr>
            <p:cNvSpPr/>
            <p:nvPr/>
          </p:nvSpPr>
          <p:spPr>
            <a:xfrm>
              <a:off x="3249738" y="279388"/>
              <a:ext cx="593725" cy="484188"/>
            </a:xfrm>
            <a:custGeom>
              <a:avLst/>
              <a:gdLst/>
              <a:ahLst/>
              <a:cxnLst/>
              <a:rect l="l" t="t" r="r" b="b"/>
              <a:pathLst>
                <a:path w="162" h="132" extrusionOk="0">
                  <a:moveTo>
                    <a:pt x="2" y="54"/>
                  </a:moveTo>
                  <a:cubicBezTo>
                    <a:pt x="0" y="46"/>
                    <a:pt x="14" y="23"/>
                    <a:pt x="21" y="18"/>
                  </a:cubicBezTo>
                  <a:cubicBezTo>
                    <a:pt x="30" y="12"/>
                    <a:pt x="40" y="8"/>
                    <a:pt x="51" y="5"/>
                  </a:cubicBezTo>
                  <a:cubicBezTo>
                    <a:pt x="73" y="0"/>
                    <a:pt x="93" y="7"/>
                    <a:pt x="110" y="23"/>
                  </a:cubicBezTo>
                  <a:cubicBezTo>
                    <a:pt x="162" y="74"/>
                    <a:pt x="75" y="132"/>
                    <a:pt x="75" y="132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1718;p48">
              <a:extLst>
                <a:ext uri="{FF2B5EF4-FFF2-40B4-BE49-F238E27FC236}">
                  <a16:creationId xmlns:a16="http://schemas.microsoft.com/office/drawing/2014/main" id="{8844EC6D-8245-FAF9-BB5B-8A5263F74634}"/>
                </a:ext>
              </a:extLst>
            </p:cNvPr>
            <p:cNvSpPr/>
            <p:nvPr/>
          </p:nvSpPr>
          <p:spPr>
            <a:xfrm>
              <a:off x="3619625" y="614350"/>
              <a:ext cx="176100" cy="176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1719;p48">
              <a:extLst>
                <a:ext uri="{FF2B5EF4-FFF2-40B4-BE49-F238E27FC236}">
                  <a16:creationId xmlns:a16="http://schemas.microsoft.com/office/drawing/2014/main" id="{80924FBF-7D02-9938-69DD-5CF08A26F06C}"/>
                </a:ext>
              </a:extLst>
            </p:cNvPr>
            <p:cNvSpPr/>
            <p:nvPr/>
          </p:nvSpPr>
          <p:spPr>
            <a:xfrm>
              <a:off x="3216400" y="341300"/>
              <a:ext cx="447675" cy="811213"/>
            </a:xfrm>
            <a:custGeom>
              <a:avLst/>
              <a:gdLst/>
              <a:ahLst/>
              <a:cxnLst/>
              <a:rect l="l" t="t" r="r" b="b"/>
              <a:pathLst>
                <a:path w="122" h="221" extrusionOk="0">
                  <a:moveTo>
                    <a:pt x="98" y="59"/>
                  </a:moveTo>
                  <a:cubicBezTo>
                    <a:pt x="98" y="60"/>
                    <a:pt x="99" y="61"/>
                    <a:pt x="100" y="61"/>
                  </a:cubicBezTo>
                  <a:cubicBezTo>
                    <a:pt x="105" y="60"/>
                    <a:pt x="116" y="58"/>
                    <a:pt x="119" y="71"/>
                  </a:cubicBezTo>
                  <a:cubicBezTo>
                    <a:pt x="122" y="84"/>
                    <a:pt x="110" y="92"/>
                    <a:pt x="103" y="93"/>
                  </a:cubicBezTo>
                  <a:cubicBezTo>
                    <a:pt x="100" y="94"/>
                    <a:pt x="90" y="102"/>
                    <a:pt x="89" y="104"/>
                  </a:cubicBezTo>
                  <a:cubicBezTo>
                    <a:pt x="85" y="109"/>
                    <a:pt x="95" y="160"/>
                    <a:pt x="97" y="176"/>
                  </a:cubicBezTo>
                  <a:cubicBezTo>
                    <a:pt x="101" y="206"/>
                    <a:pt x="57" y="221"/>
                    <a:pt x="57" y="221"/>
                  </a:cubicBezTo>
                  <a:cubicBezTo>
                    <a:pt x="57" y="221"/>
                    <a:pt x="31" y="214"/>
                    <a:pt x="29" y="176"/>
                  </a:cubicBezTo>
                  <a:cubicBezTo>
                    <a:pt x="29" y="176"/>
                    <a:pt x="30" y="104"/>
                    <a:pt x="30" y="103"/>
                  </a:cubicBezTo>
                  <a:cubicBezTo>
                    <a:pt x="23" y="98"/>
                    <a:pt x="0" y="97"/>
                    <a:pt x="10" y="47"/>
                  </a:cubicBezTo>
                  <a:cubicBezTo>
                    <a:pt x="19" y="0"/>
                    <a:pt x="53" y="0"/>
                    <a:pt x="62" y="1"/>
                  </a:cubicBezTo>
                  <a:cubicBezTo>
                    <a:pt x="69" y="1"/>
                    <a:pt x="94" y="1"/>
                    <a:pt x="98" y="59"/>
                  </a:cubicBezTo>
                  <a:close/>
                </a:path>
              </a:pathLst>
            </a:custGeom>
            <a:solidFill>
              <a:srgbClr val="894C3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1720;p48">
              <a:extLst>
                <a:ext uri="{FF2B5EF4-FFF2-40B4-BE49-F238E27FC236}">
                  <a16:creationId xmlns:a16="http://schemas.microsoft.com/office/drawing/2014/main" id="{FEBF261A-E808-CB73-7B64-ADE9D9BD5C57}"/>
                </a:ext>
              </a:extLst>
            </p:cNvPr>
            <p:cNvSpPr/>
            <p:nvPr/>
          </p:nvSpPr>
          <p:spPr>
            <a:xfrm>
              <a:off x="3356100" y="276213"/>
              <a:ext cx="314325" cy="290513"/>
            </a:xfrm>
            <a:custGeom>
              <a:avLst/>
              <a:gdLst/>
              <a:ahLst/>
              <a:cxnLst/>
              <a:rect l="l" t="t" r="r" b="b"/>
              <a:pathLst>
                <a:path w="86" h="79" extrusionOk="0">
                  <a:moveTo>
                    <a:pt x="0" y="16"/>
                  </a:moveTo>
                  <a:cubicBezTo>
                    <a:pt x="0" y="16"/>
                    <a:pt x="52" y="74"/>
                    <a:pt x="61" y="79"/>
                  </a:cubicBezTo>
                  <a:cubicBezTo>
                    <a:pt x="61" y="79"/>
                    <a:pt x="86" y="0"/>
                    <a:pt x="0" y="1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1721;p48">
              <a:extLst>
                <a:ext uri="{FF2B5EF4-FFF2-40B4-BE49-F238E27FC236}">
                  <a16:creationId xmlns:a16="http://schemas.microsoft.com/office/drawing/2014/main" id="{0F9C68B8-7E4D-CD33-D7E8-2417AB2A89B4}"/>
                </a:ext>
              </a:extLst>
            </p:cNvPr>
            <p:cNvSpPr/>
            <p:nvPr/>
          </p:nvSpPr>
          <p:spPr>
            <a:xfrm>
              <a:off x="3572000" y="561963"/>
              <a:ext cx="61913" cy="80963"/>
            </a:xfrm>
            <a:custGeom>
              <a:avLst/>
              <a:gdLst/>
              <a:ahLst/>
              <a:cxnLst/>
              <a:rect l="l" t="t" r="r" b="b"/>
              <a:pathLst>
                <a:path w="17" h="22" extrusionOk="0">
                  <a:moveTo>
                    <a:pt x="17" y="15"/>
                  </a:moveTo>
                  <a:cubicBezTo>
                    <a:pt x="17" y="15"/>
                    <a:pt x="7" y="0"/>
                    <a:pt x="0" y="22"/>
                  </a:cubicBezTo>
                </a:path>
              </a:pathLst>
            </a:custGeom>
            <a:solidFill>
              <a:srgbClr val="69392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1722;p48">
              <a:extLst>
                <a:ext uri="{FF2B5EF4-FFF2-40B4-BE49-F238E27FC236}">
                  <a16:creationId xmlns:a16="http://schemas.microsoft.com/office/drawing/2014/main" id="{2BE319A8-24BE-18C6-ACF5-D009B348158D}"/>
                </a:ext>
              </a:extLst>
            </p:cNvPr>
            <p:cNvSpPr/>
            <p:nvPr/>
          </p:nvSpPr>
          <p:spPr>
            <a:xfrm>
              <a:off x="3378318" y="569898"/>
              <a:ext cx="87302" cy="28549"/>
            </a:xfrm>
            <a:custGeom>
              <a:avLst/>
              <a:gdLst/>
              <a:ahLst/>
              <a:cxnLst/>
              <a:rect l="l" t="t" r="r" b="b"/>
              <a:pathLst>
                <a:path w="24" h="24" extrusionOk="0">
                  <a:moveTo>
                    <a:pt x="11" y="1"/>
                  </a:moveTo>
                  <a:cubicBezTo>
                    <a:pt x="5" y="1"/>
                    <a:pt x="0" y="7"/>
                    <a:pt x="1" y="13"/>
                  </a:cubicBezTo>
                  <a:cubicBezTo>
                    <a:pt x="1" y="19"/>
                    <a:pt x="6" y="24"/>
                    <a:pt x="13" y="24"/>
                  </a:cubicBezTo>
                  <a:cubicBezTo>
                    <a:pt x="19" y="23"/>
                    <a:pt x="24" y="18"/>
                    <a:pt x="24" y="11"/>
                  </a:cubicBezTo>
                  <a:cubicBezTo>
                    <a:pt x="23" y="5"/>
                    <a:pt x="18" y="0"/>
                    <a:pt x="11" y="1"/>
                  </a:cubicBezTo>
                  <a:close/>
                </a:path>
              </a:pathLst>
            </a:custGeom>
            <a:solidFill>
              <a:srgbClr val="69392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1723;p48">
              <a:extLst>
                <a:ext uri="{FF2B5EF4-FFF2-40B4-BE49-F238E27FC236}">
                  <a16:creationId xmlns:a16="http://schemas.microsoft.com/office/drawing/2014/main" id="{B54AA2A9-58E8-C270-5958-F669F766A1BF}"/>
                </a:ext>
              </a:extLst>
            </p:cNvPr>
            <p:cNvSpPr/>
            <p:nvPr/>
          </p:nvSpPr>
          <p:spPr>
            <a:xfrm>
              <a:off x="3238602" y="525460"/>
              <a:ext cx="39738" cy="36486"/>
            </a:xfrm>
            <a:custGeom>
              <a:avLst/>
              <a:gdLst/>
              <a:ahLst/>
              <a:cxnLst/>
              <a:rect l="l" t="t" r="r" b="b"/>
              <a:pathLst>
                <a:path w="11" h="21" extrusionOk="0">
                  <a:moveTo>
                    <a:pt x="2" y="21"/>
                  </a:moveTo>
                  <a:cubicBezTo>
                    <a:pt x="7" y="20"/>
                    <a:pt x="11" y="15"/>
                    <a:pt x="10" y="9"/>
                  </a:cubicBezTo>
                  <a:cubicBezTo>
                    <a:pt x="10" y="5"/>
                    <a:pt x="7" y="2"/>
                    <a:pt x="4" y="0"/>
                  </a:cubicBezTo>
                  <a:cubicBezTo>
                    <a:pt x="4" y="0"/>
                    <a:pt x="0" y="13"/>
                    <a:pt x="2" y="21"/>
                  </a:cubicBezTo>
                  <a:close/>
                </a:path>
              </a:pathLst>
            </a:custGeom>
            <a:solidFill>
              <a:srgbClr val="69392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1724;p48">
              <a:extLst>
                <a:ext uri="{FF2B5EF4-FFF2-40B4-BE49-F238E27FC236}">
                  <a16:creationId xmlns:a16="http://schemas.microsoft.com/office/drawing/2014/main" id="{23CA06EE-DA32-65B3-0561-D624836D8E43}"/>
                </a:ext>
              </a:extLst>
            </p:cNvPr>
            <p:cNvSpPr/>
            <p:nvPr/>
          </p:nvSpPr>
          <p:spPr>
            <a:xfrm>
              <a:off x="3370388" y="474650"/>
              <a:ext cx="39688" cy="36513"/>
            </a:xfrm>
            <a:custGeom>
              <a:avLst/>
              <a:gdLst/>
              <a:ahLst/>
              <a:cxnLst/>
              <a:rect l="l" t="t" r="r" b="b"/>
              <a:pathLst>
                <a:path w="11" h="10" extrusionOk="0">
                  <a:moveTo>
                    <a:pt x="9" y="8"/>
                  </a:moveTo>
                  <a:cubicBezTo>
                    <a:pt x="11" y="10"/>
                    <a:pt x="9" y="3"/>
                    <a:pt x="7" y="1"/>
                  </a:cubicBezTo>
                  <a:cubicBezTo>
                    <a:pt x="4" y="0"/>
                    <a:pt x="1" y="0"/>
                    <a:pt x="0" y="3"/>
                  </a:cubicBezTo>
                  <a:cubicBezTo>
                    <a:pt x="0" y="3"/>
                    <a:pt x="5" y="3"/>
                    <a:pt x="9" y="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1725;p48">
              <a:extLst>
                <a:ext uri="{FF2B5EF4-FFF2-40B4-BE49-F238E27FC236}">
                  <a16:creationId xmlns:a16="http://schemas.microsoft.com/office/drawing/2014/main" id="{5E955D11-16F5-03E6-CB37-44078FA88EE5}"/>
                </a:ext>
              </a:extLst>
            </p:cNvPr>
            <p:cNvSpPr/>
            <p:nvPr/>
          </p:nvSpPr>
          <p:spPr>
            <a:xfrm>
              <a:off x="3271963" y="452425"/>
              <a:ext cx="47625" cy="17463"/>
            </a:xfrm>
            <a:custGeom>
              <a:avLst/>
              <a:gdLst/>
              <a:ahLst/>
              <a:cxnLst/>
              <a:rect l="l" t="t" r="r" b="b"/>
              <a:pathLst>
                <a:path w="13" h="5" extrusionOk="0">
                  <a:moveTo>
                    <a:pt x="2" y="4"/>
                  </a:moveTo>
                  <a:cubicBezTo>
                    <a:pt x="0" y="5"/>
                    <a:pt x="5" y="0"/>
                    <a:pt x="8" y="0"/>
                  </a:cubicBezTo>
                  <a:cubicBezTo>
                    <a:pt x="11" y="0"/>
                    <a:pt x="13" y="2"/>
                    <a:pt x="13" y="4"/>
                  </a:cubicBezTo>
                  <a:cubicBezTo>
                    <a:pt x="13" y="4"/>
                    <a:pt x="8" y="2"/>
                    <a:pt x="2" y="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1726;p48">
              <a:extLst>
                <a:ext uri="{FF2B5EF4-FFF2-40B4-BE49-F238E27FC236}">
                  <a16:creationId xmlns:a16="http://schemas.microsoft.com/office/drawing/2014/main" id="{5168BCE8-FCD1-5874-A97D-AD144886536C}"/>
                </a:ext>
              </a:extLst>
            </p:cNvPr>
            <p:cNvSpPr/>
            <p:nvPr/>
          </p:nvSpPr>
          <p:spPr>
            <a:xfrm>
              <a:off x="3356100" y="522275"/>
              <a:ext cx="17463" cy="33338"/>
            </a:xfrm>
            <a:custGeom>
              <a:avLst/>
              <a:gdLst/>
              <a:ahLst/>
              <a:cxnLst/>
              <a:rect l="l" t="t" r="r" b="b"/>
              <a:pathLst>
                <a:path w="5" h="9" extrusionOk="0">
                  <a:moveTo>
                    <a:pt x="4" y="5"/>
                  </a:moveTo>
                  <a:cubicBezTo>
                    <a:pt x="3" y="7"/>
                    <a:pt x="2" y="9"/>
                    <a:pt x="1" y="8"/>
                  </a:cubicBezTo>
                  <a:cubicBezTo>
                    <a:pt x="0" y="8"/>
                    <a:pt x="0" y="6"/>
                    <a:pt x="0" y="4"/>
                  </a:cubicBezTo>
                  <a:cubicBezTo>
                    <a:pt x="1" y="2"/>
                    <a:pt x="2" y="0"/>
                    <a:pt x="3" y="0"/>
                  </a:cubicBezTo>
                  <a:cubicBezTo>
                    <a:pt x="4" y="1"/>
                    <a:pt x="5" y="3"/>
                    <a:pt x="4" y="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1727;p48">
              <a:extLst>
                <a:ext uri="{FF2B5EF4-FFF2-40B4-BE49-F238E27FC236}">
                  <a16:creationId xmlns:a16="http://schemas.microsoft.com/office/drawing/2014/main" id="{10823ED7-91B5-A871-BBEE-8ED204D6F7EE}"/>
                </a:ext>
              </a:extLst>
            </p:cNvPr>
            <p:cNvSpPr/>
            <p:nvPr/>
          </p:nvSpPr>
          <p:spPr>
            <a:xfrm>
              <a:off x="3294188" y="500050"/>
              <a:ext cx="17463" cy="28575"/>
            </a:xfrm>
            <a:custGeom>
              <a:avLst/>
              <a:gdLst/>
              <a:ahLst/>
              <a:cxnLst/>
              <a:rect l="l" t="t" r="r" b="b"/>
              <a:pathLst>
                <a:path w="5" h="8" extrusionOk="0">
                  <a:moveTo>
                    <a:pt x="4" y="5"/>
                  </a:moveTo>
                  <a:cubicBezTo>
                    <a:pt x="4" y="7"/>
                    <a:pt x="2" y="8"/>
                    <a:pt x="1" y="8"/>
                  </a:cubicBezTo>
                  <a:cubicBezTo>
                    <a:pt x="0" y="8"/>
                    <a:pt x="0" y="6"/>
                    <a:pt x="1" y="4"/>
                  </a:cubicBezTo>
                  <a:cubicBezTo>
                    <a:pt x="1" y="2"/>
                    <a:pt x="2" y="0"/>
                    <a:pt x="3" y="0"/>
                  </a:cubicBezTo>
                  <a:cubicBezTo>
                    <a:pt x="4" y="1"/>
                    <a:pt x="5" y="3"/>
                    <a:pt x="4" y="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1728;p48">
              <a:extLst>
                <a:ext uri="{FF2B5EF4-FFF2-40B4-BE49-F238E27FC236}">
                  <a16:creationId xmlns:a16="http://schemas.microsoft.com/office/drawing/2014/main" id="{43CCF81A-1113-B0FB-5777-8065356D3196}"/>
                </a:ext>
              </a:extLst>
            </p:cNvPr>
            <p:cNvSpPr/>
            <p:nvPr/>
          </p:nvSpPr>
          <p:spPr>
            <a:xfrm>
              <a:off x="3319588" y="715950"/>
              <a:ext cx="168275" cy="133350"/>
            </a:xfrm>
            <a:custGeom>
              <a:avLst/>
              <a:gdLst/>
              <a:ahLst/>
              <a:cxnLst/>
              <a:rect l="l" t="t" r="r" b="b"/>
              <a:pathLst>
                <a:path w="46" h="36" extrusionOk="0">
                  <a:moveTo>
                    <a:pt x="2" y="1"/>
                  </a:moveTo>
                  <a:cubicBezTo>
                    <a:pt x="2" y="1"/>
                    <a:pt x="24" y="3"/>
                    <a:pt x="35" y="2"/>
                  </a:cubicBezTo>
                  <a:cubicBezTo>
                    <a:pt x="46" y="0"/>
                    <a:pt x="0" y="36"/>
                    <a:pt x="2" y="1"/>
                  </a:cubicBezTo>
                  <a:close/>
                </a:path>
              </a:pathLst>
            </a:custGeom>
            <a:solidFill>
              <a:srgbClr val="69392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1729;p48">
              <a:extLst>
                <a:ext uri="{FF2B5EF4-FFF2-40B4-BE49-F238E27FC236}">
                  <a16:creationId xmlns:a16="http://schemas.microsoft.com/office/drawing/2014/main" id="{62DB842F-8C90-22D9-4414-7758DF854403}"/>
                </a:ext>
              </a:extLst>
            </p:cNvPr>
            <p:cNvSpPr/>
            <p:nvPr/>
          </p:nvSpPr>
          <p:spPr>
            <a:xfrm>
              <a:off x="3227513" y="441313"/>
              <a:ext cx="106363" cy="125413"/>
            </a:xfrm>
            <a:custGeom>
              <a:avLst/>
              <a:gdLst/>
              <a:ahLst/>
              <a:cxnLst/>
              <a:rect l="l" t="t" r="r" b="b"/>
              <a:pathLst>
                <a:path w="29" h="34" extrusionOk="0">
                  <a:moveTo>
                    <a:pt x="14" y="34"/>
                  </a:moveTo>
                  <a:cubicBezTo>
                    <a:pt x="6" y="34"/>
                    <a:pt x="0" y="26"/>
                    <a:pt x="0" y="17"/>
                  </a:cubicBezTo>
                  <a:cubicBezTo>
                    <a:pt x="0" y="8"/>
                    <a:pt x="6" y="0"/>
                    <a:pt x="14" y="0"/>
                  </a:cubicBezTo>
                  <a:cubicBezTo>
                    <a:pt x="23" y="0"/>
                    <a:pt x="29" y="8"/>
                    <a:pt x="29" y="17"/>
                  </a:cubicBezTo>
                  <a:cubicBezTo>
                    <a:pt x="29" y="26"/>
                    <a:pt x="23" y="34"/>
                    <a:pt x="14" y="34"/>
                  </a:cubicBezTo>
                  <a:close/>
                  <a:moveTo>
                    <a:pt x="14" y="3"/>
                  </a:moveTo>
                  <a:cubicBezTo>
                    <a:pt x="7" y="3"/>
                    <a:pt x="2" y="9"/>
                    <a:pt x="2" y="17"/>
                  </a:cubicBezTo>
                  <a:cubicBezTo>
                    <a:pt x="2" y="25"/>
                    <a:pt x="7" y="32"/>
                    <a:pt x="14" y="32"/>
                  </a:cubicBezTo>
                  <a:cubicBezTo>
                    <a:pt x="21" y="32"/>
                    <a:pt x="27" y="25"/>
                    <a:pt x="27" y="17"/>
                  </a:cubicBezTo>
                  <a:cubicBezTo>
                    <a:pt x="27" y="9"/>
                    <a:pt x="21" y="3"/>
                    <a:pt x="14" y="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1730;p48">
              <a:extLst>
                <a:ext uri="{FF2B5EF4-FFF2-40B4-BE49-F238E27FC236}">
                  <a16:creationId xmlns:a16="http://schemas.microsoft.com/office/drawing/2014/main" id="{39573B9F-F4B2-F0F9-4C5E-26A8D65C273B}"/>
                </a:ext>
              </a:extLst>
            </p:cNvPr>
            <p:cNvSpPr/>
            <p:nvPr/>
          </p:nvSpPr>
          <p:spPr>
            <a:xfrm>
              <a:off x="3333875" y="485763"/>
              <a:ext cx="109538" cy="120650"/>
            </a:xfrm>
            <a:custGeom>
              <a:avLst/>
              <a:gdLst/>
              <a:ahLst/>
              <a:cxnLst/>
              <a:rect l="l" t="t" r="r" b="b"/>
              <a:pathLst>
                <a:path w="30" h="33" extrusionOk="0">
                  <a:moveTo>
                    <a:pt x="15" y="33"/>
                  </a:moveTo>
                  <a:cubicBezTo>
                    <a:pt x="6" y="33"/>
                    <a:pt x="0" y="26"/>
                    <a:pt x="0" y="17"/>
                  </a:cubicBezTo>
                  <a:cubicBezTo>
                    <a:pt x="0" y="7"/>
                    <a:pt x="6" y="0"/>
                    <a:pt x="15" y="0"/>
                  </a:cubicBezTo>
                  <a:cubicBezTo>
                    <a:pt x="23" y="0"/>
                    <a:pt x="30" y="7"/>
                    <a:pt x="30" y="17"/>
                  </a:cubicBezTo>
                  <a:cubicBezTo>
                    <a:pt x="30" y="26"/>
                    <a:pt x="23" y="33"/>
                    <a:pt x="15" y="33"/>
                  </a:cubicBezTo>
                  <a:close/>
                  <a:moveTo>
                    <a:pt x="15" y="2"/>
                  </a:moveTo>
                  <a:cubicBezTo>
                    <a:pt x="8" y="2"/>
                    <a:pt x="2" y="9"/>
                    <a:pt x="2" y="17"/>
                  </a:cubicBezTo>
                  <a:cubicBezTo>
                    <a:pt x="2" y="25"/>
                    <a:pt x="8" y="31"/>
                    <a:pt x="15" y="31"/>
                  </a:cubicBezTo>
                  <a:cubicBezTo>
                    <a:pt x="22" y="31"/>
                    <a:pt x="27" y="25"/>
                    <a:pt x="27" y="17"/>
                  </a:cubicBezTo>
                  <a:cubicBezTo>
                    <a:pt x="27" y="9"/>
                    <a:pt x="22" y="2"/>
                    <a:pt x="15" y="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1731;p48">
              <a:extLst>
                <a:ext uri="{FF2B5EF4-FFF2-40B4-BE49-F238E27FC236}">
                  <a16:creationId xmlns:a16="http://schemas.microsoft.com/office/drawing/2014/main" id="{311CEBC3-F2ED-0B2E-DCDA-84ECA93DD381}"/>
                </a:ext>
              </a:extLst>
            </p:cNvPr>
            <p:cNvSpPr/>
            <p:nvPr/>
          </p:nvSpPr>
          <p:spPr>
            <a:xfrm>
              <a:off x="3437063" y="539738"/>
              <a:ext cx="142875" cy="30163"/>
            </a:xfrm>
            <a:custGeom>
              <a:avLst/>
              <a:gdLst/>
              <a:ahLst/>
              <a:cxnLst/>
              <a:rect l="l" t="t" r="r" b="b"/>
              <a:pathLst>
                <a:path w="90" h="19" extrusionOk="0">
                  <a:moveTo>
                    <a:pt x="90" y="19"/>
                  </a:moveTo>
                  <a:lnTo>
                    <a:pt x="0" y="7"/>
                  </a:lnTo>
                  <a:lnTo>
                    <a:pt x="2" y="0"/>
                  </a:lnTo>
                  <a:lnTo>
                    <a:pt x="90" y="14"/>
                  </a:lnTo>
                  <a:lnTo>
                    <a:pt x="90" y="1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1732;p48">
              <a:extLst>
                <a:ext uri="{FF2B5EF4-FFF2-40B4-BE49-F238E27FC236}">
                  <a16:creationId xmlns:a16="http://schemas.microsoft.com/office/drawing/2014/main" id="{47E41112-0EAD-AAA9-4EC1-39B6B307B36A}"/>
                </a:ext>
              </a:extLst>
            </p:cNvPr>
            <p:cNvSpPr/>
            <p:nvPr/>
          </p:nvSpPr>
          <p:spPr>
            <a:xfrm>
              <a:off x="3165600" y="4425938"/>
              <a:ext cx="219075" cy="349250"/>
            </a:xfrm>
            <a:custGeom>
              <a:avLst/>
              <a:gdLst/>
              <a:ahLst/>
              <a:cxnLst/>
              <a:rect l="l" t="t" r="r" b="b"/>
              <a:pathLst>
                <a:path w="60" h="95" extrusionOk="0">
                  <a:moveTo>
                    <a:pt x="60" y="1"/>
                  </a:moveTo>
                  <a:cubicBezTo>
                    <a:pt x="52" y="58"/>
                    <a:pt x="52" y="58"/>
                    <a:pt x="52" y="58"/>
                  </a:cubicBezTo>
                  <a:cubicBezTo>
                    <a:pt x="52" y="58"/>
                    <a:pt x="39" y="95"/>
                    <a:pt x="27" y="81"/>
                  </a:cubicBezTo>
                  <a:cubicBezTo>
                    <a:pt x="15" y="66"/>
                    <a:pt x="4" y="58"/>
                    <a:pt x="4" y="58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60" y="1"/>
                  </a:lnTo>
                  <a:close/>
                </a:path>
              </a:pathLst>
            </a:custGeom>
            <a:solidFill>
              <a:srgbClr val="894C3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1733;p48">
              <a:extLst>
                <a:ext uri="{FF2B5EF4-FFF2-40B4-BE49-F238E27FC236}">
                  <a16:creationId xmlns:a16="http://schemas.microsoft.com/office/drawing/2014/main" id="{8D18C101-1F4A-793C-3541-86D800A181F8}"/>
                </a:ext>
              </a:extLst>
            </p:cNvPr>
            <p:cNvSpPr/>
            <p:nvPr/>
          </p:nvSpPr>
          <p:spPr>
            <a:xfrm>
              <a:off x="4078413" y="4416413"/>
              <a:ext cx="185738" cy="249238"/>
            </a:xfrm>
            <a:custGeom>
              <a:avLst/>
              <a:gdLst/>
              <a:ahLst/>
              <a:cxnLst/>
              <a:rect l="l" t="t" r="r" b="b"/>
              <a:pathLst>
                <a:path w="51" h="68" extrusionOk="0">
                  <a:moveTo>
                    <a:pt x="0" y="0"/>
                  </a:moveTo>
                  <a:cubicBezTo>
                    <a:pt x="18" y="56"/>
                    <a:pt x="18" y="56"/>
                    <a:pt x="18" y="56"/>
                  </a:cubicBezTo>
                  <a:cubicBezTo>
                    <a:pt x="18" y="56"/>
                    <a:pt x="31" y="68"/>
                    <a:pt x="36" y="68"/>
                  </a:cubicBezTo>
                  <a:cubicBezTo>
                    <a:pt x="45" y="67"/>
                    <a:pt x="49" y="52"/>
                    <a:pt x="49" y="52"/>
                  </a:cubicBezTo>
                  <a:cubicBezTo>
                    <a:pt x="51" y="0"/>
                    <a:pt x="51" y="0"/>
                    <a:pt x="51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894C3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1734;p48">
              <a:extLst>
                <a:ext uri="{FF2B5EF4-FFF2-40B4-BE49-F238E27FC236}">
                  <a16:creationId xmlns:a16="http://schemas.microsoft.com/office/drawing/2014/main" id="{E4CB8D29-CD93-1588-F1CE-E98AE519BF25}"/>
                </a:ext>
              </a:extLst>
            </p:cNvPr>
            <p:cNvSpPr/>
            <p:nvPr/>
          </p:nvSpPr>
          <p:spPr>
            <a:xfrm>
              <a:off x="2981450" y="4606913"/>
              <a:ext cx="400050" cy="193675"/>
            </a:xfrm>
            <a:custGeom>
              <a:avLst/>
              <a:gdLst/>
              <a:ahLst/>
              <a:cxnLst/>
              <a:rect l="l" t="t" r="r" b="b"/>
              <a:pathLst>
                <a:path w="109" h="53" extrusionOk="0">
                  <a:moveTo>
                    <a:pt x="50" y="9"/>
                  </a:moveTo>
                  <a:cubicBezTo>
                    <a:pt x="2" y="48"/>
                    <a:pt x="2" y="48"/>
                    <a:pt x="2" y="48"/>
                  </a:cubicBezTo>
                  <a:cubicBezTo>
                    <a:pt x="0" y="49"/>
                    <a:pt x="2" y="52"/>
                    <a:pt x="5" y="52"/>
                  </a:cubicBezTo>
                  <a:cubicBezTo>
                    <a:pt x="75" y="53"/>
                    <a:pt x="75" y="53"/>
                    <a:pt x="75" y="53"/>
                  </a:cubicBezTo>
                  <a:cubicBezTo>
                    <a:pt x="77" y="53"/>
                    <a:pt x="78" y="52"/>
                    <a:pt x="79" y="51"/>
                  </a:cubicBezTo>
                  <a:cubicBezTo>
                    <a:pt x="84" y="40"/>
                    <a:pt x="84" y="40"/>
                    <a:pt x="84" y="40"/>
                  </a:cubicBezTo>
                  <a:cubicBezTo>
                    <a:pt x="86" y="37"/>
                    <a:pt x="89" y="37"/>
                    <a:pt x="88" y="40"/>
                  </a:cubicBezTo>
                  <a:cubicBezTo>
                    <a:pt x="91" y="51"/>
                    <a:pt x="91" y="51"/>
                    <a:pt x="91" y="51"/>
                  </a:cubicBezTo>
                  <a:cubicBezTo>
                    <a:pt x="91" y="52"/>
                    <a:pt x="108" y="52"/>
                    <a:pt x="108" y="50"/>
                  </a:cubicBezTo>
                  <a:cubicBezTo>
                    <a:pt x="109" y="41"/>
                    <a:pt x="107" y="11"/>
                    <a:pt x="105" y="2"/>
                  </a:cubicBezTo>
                  <a:cubicBezTo>
                    <a:pt x="105" y="1"/>
                    <a:pt x="104" y="0"/>
                    <a:pt x="102" y="0"/>
                  </a:cubicBezTo>
                  <a:cubicBezTo>
                    <a:pt x="102" y="0"/>
                    <a:pt x="102" y="0"/>
                    <a:pt x="102" y="0"/>
                  </a:cubicBezTo>
                  <a:cubicBezTo>
                    <a:pt x="100" y="0"/>
                    <a:pt x="99" y="0"/>
                    <a:pt x="98" y="1"/>
                  </a:cubicBezTo>
                  <a:cubicBezTo>
                    <a:pt x="93" y="5"/>
                    <a:pt x="78" y="19"/>
                    <a:pt x="70" y="16"/>
                  </a:cubicBezTo>
                  <a:cubicBezTo>
                    <a:pt x="65" y="15"/>
                    <a:pt x="58" y="11"/>
                    <a:pt x="56" y="9"/>
                  </a:cubicBezTo>
                  <a:cubicBezTo>
                    <a:pt x="54" y="8"/>
                    <a:pt x="51" y="8"/>
                    <a:pt x="50" y="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1735;p48">
              <a:extLst>
                <a:ext uri="{FF2B5EF4-FFF2-40B4-BE49-F238E27FC236}">
                  <a16:creationId xmlns:a16="http://schemas.microsoft.com/office/drawing/2014/main" id="{EE3AF482-6B85-E651-FEA4-C68ED86E6A2A}"/>
                </a:ext>
              </a:extLst>
            </p:cNvPr>
            <p:cNvSpPr/>
            <p:nvPr/>
          </p:nvSpPr>
          <p:spPr>
            <a:xfrm>
              <a:off x="4110163" y="4595800"/>
              <a:ext cx="260350" cy="271463"/>
            </a:xfrm>
            <a:custGeom>
              <a:avLst/>
              <a:gdLst/>
              <a:ahLst/>
              <a:cxnLst/>
              <a:rect l="l" t="t" r="r" b="b"/>
              <a:pathLst>
                <a:path w="71" h="74" extrusionOk="0">
                  <a:moveTo>
                    <a:pt x="41" y="1"/>
                  </a:moveTo>
                  <a:cubicBezTo>
                    <a:pt x="68" y="46"/>
                    <a:pt x="68" y="46"/>
                    <a:pt x="68" y="46"/>
                  </a:cubicBezTo>
                  <a:cubicBezTo>
                    <a:pt x="71" y="50"/>
                    <a:pt x="69" y="56"/>
                    <a:pt x="64" y="59"/>
                  </a:cubicBezTo>
                  <a:cubicBezTo>
                    <a:pt x="55" y="64"/>
                    <a:pt x="48" y="74"/>
                    <a:pt x="43" y="74"/>
                  </a:cubicBezTo>
                  <a:cubicBezTo>
                    <a:pt x="34" y="74"/>
                    <a:pt x="19" y="64"/>
                    <a:pt x="10" y="60"/>
                  </a:cubicBezTo>
                  <a:cubicBezTo>
                    <a:pt x="4" y="58"/>
                    <a:pt x="0" y="54"/>
                    <a:pt x="0" y="49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7" y="3"/>
                    <a:pt x="8" y="3"/>
                    <a:pt x="9" y="4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22" y="16"/>
                    <a:pt x="32" y="16"/>
                    <a:pt x="34" y="12"/>
                  </a:cubicBezTo>
                  <a:cubicBezTo>
                    <a:pt x="35" y="9"/>
                    <a:pt x="39" y="1"/>
                    <a:pt x="39" y="1"/>
                  </a:cubicBezTo>
                  <a:cubicBezTo>
                    <a:pt x="40" y="0"/>
                    <a:pt x="40" y="0"/>
                    <a:pt x="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1736;p48">
              <a:extLst>
                <a:ext uri="{FF2B5EF4-FFF2-40B4-BE49-F238E27FC236}">
                  <a16:creationId xmlns:a16="http://schemas.microsoft.com/office/drawing/2014/main" id="{7D6D5128-1B2D-8D38-2645-BD4F7DA3B4E0}"/>
                </a:ext>
              </a:extLst>
            </p:cNvPr>
            <p:cNvSpPr/>
            <p:nvPr/>
          </p:nvSpPr>
          <p:spPr>
            <a:xfrm>
              <a:off x="2883025" y="1655750"/>
              <a:ext cx="1674812" cy="2825750"/>
            </a:xfrm>
            <a:custGeom>
              <a:avLst/>
              <a:gdLst/>
              <a:ahLst/>
              <a:cxnLst/>
              <a:rect l="l" t="t" r="r" b="b"/>
              <a:pathLst>
                <a:path w="457" h="770" extrusionOk="0">
                  <a:moveTo>
                    <a:pt x="233" y="9"/>
                  </a:moveTo>
                  <a:cubicBezTo>
                    <a:pt x="255" y="47"/>
                    <a:pt x="266" y="75"/>
                    <a:pt x="279" y="124"/>
                  </a:cubicBezTo>
                  <a:cubicBezTo>
                    <a:pt x="293" y="181"/>
                    <a:pt x="450" y="659"/>
                    <a:pt x="457" y="762"/>
                  </a:cubicBezTo>
                  <a:cubicBezTo>
                    <a:pt x="439" y="767"/>
                    <a:pt x="320" y="766"/>
                    <a:pt x="309" y="765"/>
                  </a:cubicBezTo>
                  <a:cubicBezTo>
                    <a:pt x="273" y="663"/>
                    <a:pt x="183" y="329"/>
                    <a:pt x="167" y="264"/>
                  </a:cubicBezTo>
                  <a:cubicBezTo>
                    <a:pt x="165" y="254"/>
                    <a:pt x="149" y="256"/>
                    <a:pt x="151" y="266"/>
                  </a:cubicBezTo>
                  <a:cubicBezTo>
                    <a:pt x="159" y="340"/>
                    <a:pt x="206" y="652"/>
                    <a:pt x="230" y="765"/>
                  </a:cubicBezTo>
                  <a:cubicBezTo>
                    <a:pt x="221" y="770"/>
                    <a:pt x="85" y="769"/>
                    <a:pt x="74" y="768"/>
                  </a:cubicBezTo>
                  <a:cubicBezTo>
                    <a:pt x="62" y="641"/>
                    <a:pt x="0" y="161"/>
                    <a:pt x="94" y="5"/>
                  </a:cubicBezTo>
                  <a:cubicBezTo>
                    <a:pt x="137" y="0"/>
                    <a:pt x="189" y="7"/>
                    <a:pt x="233" y="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1737;p48">
              <a:extLst>
                <a:ext uri="{FF2B5EF4-FFF2-40B4-BE49-F238E27FC236}">
                  <a16:creationId xmlns:a16="http://schemas.microsoft.com/office/drawing/2014/main" id="{06A8D0F0-0A0E-84B2-A531-C58D3DF78CBB}"/>
                </a:ext>
              </a:extLst>
            </p:cNvPr>
            <p:cNvSpPr/>
            <p:nvPr/>
          </p:nvSpPr>
          <p:spPr>
            <a:xfrm>
              <a:off x="2424238" y="1549388"/>
              <a:ext cx="546100" cy="260350"/>
            </a:xfrm>
            <a:custGeom>
              <a:avLst/>
              <a:gdLst/>
              <a:ahLst/>
              <a:cxnLst/>
              <a:rect l="l" t="t" r="r" b="b"/>
              <a:pathLst>
                <a:path w="149" h="71" extrusionOk="0">
                  <a:moveTo>
                    <a:pt x="31" y="71"/>
                  </a:moveTo>
                  <a:cubicBezTo>
                    <a:pt x="31" y="71"/>
                    <a:pt x="94" y="58"/>
                    <a:pt x="149" y="36"/>
                  </a:cubicBezTo>
                  <a:cubicBezTo>
                    <a:pt x="134" y="25"/>
                    <a:pt x="119" y="13"/>
                    <a:pt x="105" y="0"/>
                  </a:cubicBezTo>
                  <a:cubicBezTo>
                    <a:pt x="40" y="35"/>
                    <a:pt x="40" y="35"/>
                    <a:pt x="40" y="35"/>
                  </a:cubicBezTo>
                  <a:cubicBezTo>
                    <a:pt x="37" y="36"/>
                    <a:pt x="38" y="41"/>
                    <a:pt x="0" y="55"/>
                  </a:cubicBezTo>
                  <a:lnTo>
                    <a:pt x="31" y="71"/>
                  </a:lnTo>
                  <a:close/>
                </a:path>
              </a:pathLst>
            </a:custGeom>
            <a:solidFill>
              <a:srgbClr val="894C3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1738;p48">
              <a:extLst>
                <a:ext uri="{FF2B5EF4-FFF2-40B4-BE49-F238E27FC236}">
                  <a16:creationId xmlns:a16="http://schemas.microsoft.com/office/drawing/2014/main" id="{788CAE2E-4C82-96CB-68C0-D59324116CDC}"/>
                </a:ext>
              </a:extLst>
            </p:cNvPr>
            <p:cNvSpPr/>
            <p:nvPr/>
          </p:nvSpPr>
          <p:spPr>
            <a:xfrm>
              <a:off x="2387725" y="1677975"/>
              <a:ext cx="184150" cy="69850"/>
            </a:xfrm>
            <a:custGeom>
              <a:avLst/>
              <a:gdLst/>
              <a:ahLst/>
              <a:cxnLst/>
              <a:rect l="l" t="t" r="r" b="b"/>
              <a:pathLst>
                <a:path w="50" h="19" extrusionOk="0">
                  <a:moveTo>
                    <a:pt x="50" y="0"/>
                  </a:moveTo>
                  <a:cubicBezTo>
                    <a:pt x="50" y="0"/>
                    <a:pt x="5" y="11"/>
                    <a:pt x="2" y="15"/>
                  </a:cubicBezTo>
                  <a:cubicBezTo>
                    <a:pt x="0" y="19"/>
                    <a:pt x="30" y="15"/>
                    <a:pt x="28" y="19"/>
                  </a:cubicBezTo>
                  <a:cubicBezTo>
                    <a:pt x="28" y="19"/>
                    <a:pt x="47" y="5"/>
                    <a:pt x="50" y="0"/>
                  </a:cubicBezTo>
                  <a:close/>
                </a:path>
              </a:pathLst>
            </a:custGeom>
            <a:solidFill>
              <a:srgbClr val="894C3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1739;p48">
              <a:extLst>
                <a:ext uri="{FF2B5EF4-FFF2-40B4-BE49-F238E27FC236}">
                  <a16:creationId xmlns:a16="http://schemas.microsoft.com/office/drawing/2014/main" id="{48924C40-397E-414F-5CCA-6017082D5FEA}"/>
                </a:ext>
              </a:extLst>
            </p:cNvPr>
            <p:cNvSpPr/>
            <p:nvPr/>
          </p:nvSpPr>
          <p:spPr>
            <a:xfrm>
              <a:off x="2759200" y="917563"/>
              <a:ext cx="563563" cy="822325"/>
            </a:xfrm>
            <a:custGeom>
              <a:avLst/>
              <a:gdLst/>
              <a:ahLst/>
              <a:cxnLst/>
              <a:rect l="l" t="t" r="r" b="b"/>
              <a:pathLst>
                <a:path w="154" h="224" extrusionOk="0">
                  <a:moveTo>
                    <a:pt x="103" y="24"/>
                  </a:moveTo>
                  <a:cubicBezTo>
                    <a:pt x="92" y="47"/>
                    <a:pt x="50" y="146"/>
                    <a:pt x="50" y="146"/>
                  </a:cubicBezTo>
                  <a:cubicBezTo>
                    <a:pt x="0" y="173"/>
                    <a:pt x="0" y="173"/>
                    <a:pt x="0" y="173"/>
                  </a:cubicBezTo>
                  <a:cubicBezTo>
                    <a:pt x="33" y="224"/>
                    <a:pt x="33" y="224"/>
                    <a:pt x="33" y="224"/>
                  </a:cubicBezTo>
                  <a:cubicBezTo>
                    <a:pt x="33" y="224"/>
                    <a:pt x="80" y="213"/>
                    <a:pt x="103" y="192"/>
                  </a:cubicBezTo>
                  <a:cubicBezTo>
                    <a:pt x="126" y="172"/>
                    <a:pt x="154" y="38"/>
                    <a:pt x="154" y="6"/>
                  </a:cubicBezTo>
                  <a:cubicBezTo>
                    <a:pt x="154" y="6"/>
                    <a:pt x="115" y="0"/>
                    <a:pt x="103" y="2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1740;p48">
              <a:extLst>
                <a:ext uri="{FF2B5EF4-FFF2-40B4-BE49-F238E27FC236}">
                  <a16:creationId xmlns:a16="http://schemas.microsoft.com/office/drawing/2014/main" id="{D2721E4C-9D78-7599-B8B9-4ED1F132E00F}"/>
                </a:ext>
              </a:extLst>
            </p:cNvPr>
            <p:cNvSpPr/>
            <p:nvPr/>
          </p:nvSpPr>
          <p:spPr>
            <a:xfrm>
              <a:off x="3135438" y="885813"/>
              <a:ext cx="784225" cy="890588"/>
            </a:xfrm>
            <a:custGeom>
              <a:avLst/>
              <a:gdLst/>
              <a:ahLst/>
              <a:cxnLst/>
              <a:rect l="l" t="t" r="r" b="b"/>
              <a:pathLst>
                <a:path w="214" h="243" extrusionOk="0">
                  <a:moveTo>
                    <a:pt x="36" y="18"/>
                  </a:moveTo>
                  <a:cubicBezTo>
                    <a:pt x="37" y="21"/>
                    <a:pt x="0" y="109"/>
                    <a:pt x="2" y="139"/>
                  </a:cubicBezTo>
                  <a:cubicBezTo>
                    <a:pt x="3" y="169"/>
                    <a:pt x="24" y="220"/>
                    <a:pt x="22" y="224"/>
                  </a:cubicBezTo>
                  <a:cubicBezTo>
                    <a:pt x="22" y="224"/>
                    <a:pt x="46" y="243"/>
                    <a:pt x="174" y="222"/>
                  </a:cubicBezTo>
                  <a:cubicBezTo>
                    <a:pt x="214" y="188"/>
                    <a:pt x="179" y="70"/>
                    <a:pt x="166" y="33"/>
                  </a:cubicBezTo>
                  <a:cubicBezTo>
                    <a:pt x="166" y="33"/>
                    <a:pt x="125" y="1"/>
                    <a:pt x="114" y="0"/>
                  </a:cubicBezTo>
                  <a:cubicBezTo>
                    <a:pt x="114" y="0"/>
                    <a:pt x="87" y="33"/>
                    <a:pt x="36" y="1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1741;p48">
              <a:extLst>
                <a:ext uri="{FF2B5EF4-FFF2-40B4-BE49-F238E27FC236}">
                  <a16:creationId xmlns:a16="http://schemas.microsoft.com/office/drawing/2014/main" id="{83BBFE28-3A56-7523-415B-E6D997EA1BE4}"/>
                </a:ext>
              </a:extLst>
            </p:cNvPr>
            <p:cNvSpPr/>
            <p:nvPr/>
          </p:nvSpPr>
          <p:spPr>
            <a:xfrm>
              <a:off x="1457450" y="682613"/>
              <a:ext cx="1608138" cy="1196975"/>
            </a:xfrm>
            <a:custGeom>
              <a:avLst/>
              <a:gdLst/>
              <a:ahLst/>
              <a:cxnLst/>
              <a:rect l="l" t="t" r="r" b="b"/>
              <a:pathLst>
                <a:path w="1013" h="754" extrusionOk="0">
                  <a:moveTo>
                    <a:pt x="215" y="472"/>
                  </a:moveTo>
                  <a:lnTo>
                    <a:pt x="0" y="31"/>
                  </a:lnTo>
                  <a:lnTo>
                    <a:pt x="450" y="0"/>
                  </a:lnTo>
                  <a:lnTo>
                    <a:pt x="1013" y="285"/>
                  </a:lnTo>
                  <a:lnTo>
                    <a:pt x="778" y="754"/>
                  </a:lnTo>
                  <a:lnTo>
                    <a:pt x="215" y="47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1742;p48">
              <a:extLst>
                <a:ext uri="{FF2B5EF4-FFF2-40B4-BE49-F238E27FC236}">
                  <a16:creationId xmlns:a16="http://schemas.microsoft.com/office/drawing/2014/main" id="{EFCB967D-4C05-09EE-AE05-4A5CACACDC7C}"/>
                </a:ext>
              </a:extLst>
            </p:cNvPr>
            <p:cNvSpPr/>
            <p:nvPr/>
          </p:nvSpPr>
          <p:spPr>
            <a:xfrm>
              <a:off x="1457450" y="712775"/>
              <a:ext cx="315913" cy="333375"/>
            </a:xfrm>
            <a:custGeom>
              <a:avLst/>
              <a:gdLst/>
              <a:ahLst/>
              <a:cxnLst/>
              <a:rect l="l" t="t" r="r" b="b"/>
              <a:pathLst>
                <a:path w="86" h="91" extrusionOk="0">
                  <a:moveTo>
                    <a:pt x="49" y="77"/>
                  </a:moveTo>
                  <a:cubicBezTo>
                    <a:pt x="63" y="52"/>
                    <a:pt x="74" y="26"/>
                    <a:pt x="86" y="0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42" y="91"/>
                    <a:pt x="42" y="91"/>
                    <a:pt x="42" y="91"/>
                  </a:cubicBezTo>
                  <a:cubicBezTo>
                    <a:pt x="44" y="86"/>
                    <a:pt x="47" y="82"/>
                    <a:pt x="49" y="7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1743;p48">
              <a:extLst>
                <a:ext uri="{FF2B5EF4-FFF2-40B4-BE49-F238E27FC236}">
                  <a16:creationId xmlns:a16="http://schemas.microsoft.com/office/drawing/2014/main" id="{62C8A8BA-8747-488E-2486-C0460B097909}"/>
                </a:ext>
              </a:extLst>
            </p:cNvPr>
            <p:cNvSpPr/>
            <p:nvPr/>
          </p:nvSpPr>
          <p:spPr>
            <a:xfrm>
              <a:off x="1813050" y="690550"/>
              <a:ext cx="3067050" cy="2103438"/>
            </a:xfrm>
            <a:custGeom>
              <a:avLst/>
              <a:gdLst/>
              <a:ahLst/>
              <a:cxnLst/>
              <a:rect l="l" t="t" r="r" b="b"/>
              <a:pathLst>
                <a:path w="1932" h="1325" extrusionOk="0">
                  <a:moveTo>
                    <a:pt x="0" y="472"/>
                  </a:moveTo>
                  <a:lnTo>
                    <a:pt x="235" y="0"/>
                  </a:lnTo>
                  <a:lnTo>
                    <a:pt x="1932" y="855"/>
                  </a:lnTo>
                  <a:lnTo>
                    <a:pt x="1697" y="1325"/>
                  </a:lnTo>
                  <a:lnTo>
                    <a:pt x="0" y="47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1744;p48">
              <a:extLst>
                <a:ext uri="{FF2B5EF4-FFF2-40B4-BE49-F238E27FC236}">
                  <a16:creationId xmlns:a16="http://schemas.microsoft.com/office/drawing/2014/main" id="{815F1BD4-DBAB-848C-F829-63F69E168BE1}"/>
                </a:ext>
              </a:extLst>
            </p:cNvPr>
            <p:cNvSpPr/>
            <p:nvPr/>
          </p:nvSpPr>
          <p:spPr>
            <a:xfrm>
              <a:off x="4268913" y="1927213"/>
              <a:ext cx="908050" cy="990600"/>
            </a:xfrm>
            <a:custGeom>
              <a:avLst/>
              <a:gdLst/>
              <a:ahLst/>
              <a:cxnLst/>
              <a:rect l="l" t="t" r="r" b="b"/>
              <a:pathLst>
                <a:path w="248" h="270" extrusionOk="0">
                  <a:moveTo>
                    <a:pt x="0" y="203"/>
                  </a:moveTo>
                  <a:cubicBezTo>
                    <a:pt x="102" y="0"/>
                    <a:pt x="102" y="0"/>
                    <a:pt x="102" y="0"/>
                  </a:cubicBezTo>
                  <a:cubicBezTo>
                    <a:pt x="204" y="51"/>
                    <a:pt x="204" y="51"/>
                    <a:pt x="204" y="51"/>
                  </a:cubicBezTo>
                  <a:cubicBezTo>
                    <a:pt x="235" y="67"/>
                    <a:pt x="248" y="105"/>
                    <a:pt x="232" y="137"/>
                  </a:cubicBezTo>
                  <a:cubicBezTo>
                    <a:pt x="187" y="226"/>
                    <a:pt x="187" y="226"/>
                    <a:pt x="187" y="226"/>
                  </a:cubicBezTo>
                  <a:cubicBezTo>
                    <a:pt x="171" y="258"/>
                    <a:pt x="133" y="270"/>
                    <a:pt x="102" y="255"/>
                  </a:cubicBezTo>
                  <a:lnTo>
                    <a:pt x="0" y="20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1745;p48">
              <a:extLst>
                <a:ext uri="{FF2B5EF4-FFF2-40B4-BE49-F238E27FC236}">
                  <a16:creationId xmlns:a16="http://schemas.microsoft.com/office/drawing/2014/main" id="{7819CBF4-B51D-78CA-BFEC-DBC2AB6D1CA7}"/>
                </a:ext>
              </a:extLst>
            </p:cNvPr>
            <p:cNvSpPr/>
            <p:nvPr/>
          </p:nvSpPr>
          <p:spPr>
            <a:xfrm>
              <a:off x="2135313" y="833425"/>
              <a:ext cx="517525" cy="327025"/>
            </a:xfrm>
            <a:custGeom>
              <a:avLst/>
              <a:gdLst/>
              <a:ahLst/>
              <a:cxnLst/>
              <a:rect l="l" t="t" r="r" b="b"/>
              <a:pathLst>
                <a:path w="141" h="89" extrusionOk="0">
                  <a:moveTo>
                    <a:pt x="10" y="31"/>
                  </a:moveTo>
                  <a:cubicBezTo>
                    <a:pt x="41" y="46"/>
                    <a:pt x="72" y="62"/>
                    <a:pt x="103" y="78"/>
                  </a:cubicBezTo>
                  <a:cubicBezTo>
                    <a:pt x="107" y="80"/>
                    <a:pt x="112" y="83"/>
                    <a:pt x="116" y="85"/>
                  </a:cubicBezTo>
                  <a:cubicBezTo>
                    <a:pt x="124" y="89"/>
                    <a:pt x="134" y="87"/>
                    <a:pt x="138" y="79"/>
                  </a:cubicBezTo>
                  <a:cubicBezTo>
                    <a:pt x="141" y="72"/>
                    <a:pt x="140" y="62"/>
                    <a:pt x="132" y="58"/>
                  </a:cubicBezTo>
                  <a:cubicBezTo>
                    <a:pt x="101" y="42"/>
                    <a:pt x="70" y="26"/>
                    <a:pt x="39" y="11"/>
                  </a:cubicBezTo>
                  <a:cubicBezTo>
                    <a:pt x="34" y="8"/>
                    <a:pt x="30" y="6"/>
                    <a:pt x="25" y="4"/>
                  </a:cubicBezTo>
                  <a:cubicBezTo>
                    <a:pt x="18" y="0"/>
                    <a:pt x="8" y="2"/>
                    <a:pt x="4" y="9"/>
                  </a:cubicBezTo>
                  <a:cubicBezTo>
                    <a:pt x="0" y="16"/>
                    <a:pt x="2" y="27"/>
                    <a:pt x="10" y="3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1746;p48">
              <a:extLst>
                <a:ext uri="{FF2B5EF4-FFF2-40B4-BE49-F238E27FC236}">
                  <a16:creationId xmlns:a16="http://schemas.microsoft.com/office/drawing/2014/main" id="{C822DA94-65B6-4A8F-7C1B-DC0D0A1D6F27}"/>
                </a:ext>
              </a:extLst>
            </p:cNvPr>
            <p:cNvSpPr/>
            <p:nvPr/>
          </p:nvSpPr>
          <p:spPr>
            <a:xfrm>
              <a:off x="4353050" y="1879588"/>
              <a:ext cx="347663" cy="576263"/>
            </a:xfrm>
            <a:custGeom>
              <a:avLst/>
              <a:gdLst/>
              <a:ahLst/>
              <a:cxnLst/>
              <a:rect l="l" t="t" r="r" b="b"/>
              <a:pathLst>
                <a:path w="95" h="157" extrusionOk="0">
                  <a:moveTo>
                    <a:pt x="65" y="9"/>
                  </a:moveTo>
                  <a:cubicBezTo>
                    <a:pt x="44" y="50"/>
                    <a:pt x="24" y="91"/>
                    <a:pt x="4" y="132"/>
                  </a:cubicBezTo>
                  <a:cubicBezTo>
                    <a:pt x="0" y="139"/>
                    <a:pt x="1" y="149"/>
                    <a:pt x="9" y="153"/>
                  </a:cubicBezTo>
                  <a:cubicBezTo>
                    <a:pt x="16" y="157"/>
                    <a:pt x="27" y="155"/>
                    <a:pt x="30" y="147"/>
                  </a:cubicBezTo>
                  <a:cubicBezTo>
                    <a:pt x="51" y="107"/>
                    <a:pt x="71" y="66"/>
                    <a:pt x="92" y="25"/>
                  </a:cubicBezTo>
                  <a:cubicBezTo>
                    <a:pt x="95" y="18"/>
                    <a:pt x="94" y="8"/>
                    <a:pt x="86" y="4"/>
                  </a:cubicBezTo>
                  <a:cubicBezTo>
                    <a:pt x="79" y="0"/>
                    <a:pt x="69" y="2"/>
                    <a:pt x="65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1747;p48">
              <a:extLst>
                <a:ext uri="{FF2B5EF4-FFF2-40B4-BE49-F238E27FC236}">
                  <a16:creationId xmlns:a16="http://schemas.microsoft.com/office/drawing/2014/main" id="{1F34A2BC-6835-57E9-446C-97A9463169EB}"/>
                </a:ext>
              </a:extLst>
            </p:cNvPr>
            <p:cNvSpPr/>
            <p:nvPr/>
          </p:nvSpPr>
          <p:spPr>
            <a:xfrm>
              <a:off x="3337050" y="1568438"/>
              <a:ext cx="927100" cy="352425"/>
            </a:xfrm>
            <a:custGeom>
              <a:avLst/>
              <a:gdLst/>
              <a:ahLst/>
              <a:cxnLst/>
              <a:rect l="l" t="t" r="r" b="b"/>
              <a:pathLst>
                <a:path w="253" h="96" extrusionOk="0">
                  <a:moveTo>
                    <a:pt x="104" y="71"/>
                  </a:moveTo>
                  <a:cubicBezTo>
                    <a:pt x="104" y="71"/>
                    <a:pt x="253" y="42"/>
                    <a:pt x="248" y="11"/>
                  </a:cubicBezTo>
                  <a:cubicBezTo>
                    <a:pt x="161" y="0"/>
                    <a:pt x="161" y="0"/>
                    <a:pt x="161" y="0"/>
                  </a:cubicBezTo>
                  <a:cubicBezTo>
                    <a:pt x="162" y="1"/>
                    <a:pt x="57" y="38"/>
                    <a:pt x="57" y="38"/>
                  </a:cubicBezTo>
                  <a:cubicBezTo>
                    <a:pt x="57" y="38"/>
                    <a:pt x="0" y="64"/>
                    <a:pt x="6" y="70"/>
                  </a:cubicBezTo>
                  <a:cubicBezTo>
                    <a:pt x="10" y="73"/>
                    <a:pt x="37" y="56"/>
                    <a:pt x="36" y="59"/>
                  </a:cubicBezTo>
                  <a:cubicBezTo>
                    <a:pt x="35" y="59"/>
                    <a:pt x="9" y="73"/>
                    <a:pt x="10" y="77"/>
                  </a:cubicBezTo>
                  <a:cubicBezTo>
                    <a:pt x="11" y="84"/>
                    <a:pt x="42" y="66"/>
                    <a:pt x="44" y="68"/>
                  </a:cubicBezTo>
                  <a:cubicBezTo>
                    <a:pt x="44" y="68"/>
                    <a:pt x="15" y="82"/>
                    <a:pt x="18" y="85"/>
                  </a:cubicBezTo>
                  <a:cubicBezTo>
                    <a:pt x="20" y="88"/>
                    <a:pt x="52" y="74"/>
                    <a:pt x="52" y="76"/>
                  </a:cubicBezTo>
                  <a:cubicBezTo>
                    <a:pt x="53" y="77"/>
                    <a:pt x="30" y="87"/>
                    <a:pt x="33" y="91"/>
                  </a:cubicBezTo>
                  <a:cubicBezTo>
                    <a:pt x="36" y="96"/>
                    <a:pt x="104" y="71"/>
                    <a:pt x="104" y="71"/>
                  </a:cubicBezTo>
                  <a:close/>
                </a:path>
              </a:pathLst>
            </a:custGeom>
            <a:solidFill>
              <a:srgbClr val="894C3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8" name="Google Shape;1748;p48">
              <a:extLst>
                <a:ext uri="{FF2B5EF4-FFF2-40B4-BE49-F238E27FC236}">
                  <a16:creationId xmlns:a16="http://schemas.microsoft.com/office/drawing/2014/main" id="{42CC0290-A6D9-D69C-0E3C-E5760C644A54}"/>
                </a:ext>
              </a:extLst>
            </p:cNvPr>
            <p:cNvSpPr/>
            <p:nvPr/>
          </p:nvSpPr>
          <p:spPr>
            <a:xfrm>
              <a:off x="3359275" y="1697025"/>
              <a:ext cx="231775" cy="53975"/>
            </a:xfrm>
            <a:custGeom>
              <a:avLst/>
              <a:gdLst/>
              <a:ahLst/>
              <a:cxnLst/>
              <a:rect l="l" t="t" r="r" b="b"/>
              <a:pathLst>
                <a:path w="63" h="15" extrusionOk="0">
                  <a:moveTo>
                    <a:pt x="34" y="14"/>
                  </a:moveTo>
                  <a:cubicBezTo>
                    <a:pt x="34" y="14"/>
                    <a:pt x="0" y="15"/>
                    <a:pt x="6" y="11"/>
                  </a:cubicBezTo>
                  <a:cubicBezTo>
                    <a:pt x="13" y="8"/>
                    <a:pt x="63" y="0"/>
                    <a:pt x="63" y="0"/>
                  </a:cubicBezTo>
                </a:path>
              </a:pathLst>
            </a:custGeom>
            <a:solidFill>
              <a:srgbClr val="894C3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9" name="Google Shape;1749;p48">
              <a:extLst>
                <a:ext uri="{FF2B5EF4-FFF2-40B4-BE49-F238E27FC236}">
                  <a16:creationId xmlns:a16="http://schemas.microsoft.com/office/drawing/2014/main" id="{FEE0F7BB-4A56-A3ED-C264-2FB0E54FEF67}"/>
                </a:ext>
              </a:extLst>
            </p:cNvPr>
            <p:cNvSpPr/>
            <p:nvPr/>
          </p:nvSpPr>
          <p:spPr>
            <a:xfrm>
              <a:off x="3549775" y="819138"/>
              <a:ext cx="714375" cy="811213"/>
            </a:xfrm>
            <a:custGeom>
              <a:avLst/>
              <a:gdLst/>
              <a:ahLst/>
              <a:cxnLst/>
              <a:rect l="l" t="t" r="r" b="b"/>
              <a:pathLst>
                <a:path w="195" h="221" extrusionOk="0">
                  <a:moveTo>
                    <a:pt x="0" y="51"/>
                  </a:moveTo>
                  <a:cubicBezTo>
                    <a:pt x="0" y="51"/>
                    <a:pt x="28" y="98"/>
                    <a:pt x="43" y="118"/>
                  </a:cubicBezTo>
                  <a:cubicBezTo>
                    <a:pt x="58" y="137"/>
                    <a:pt x="100" y="202"/>
                    <a:pt x="100" y="202"/>
                  </a:cubicBezTo>
                  <a:cubicBezTo>
                    <a:pt x="195" y="221"/>
                    <a:pt x="195" y="221"/>
                    <a:pt x="195" y="221"/>
                  </a:cubicBezTo>
                  <a:cubicBezTo>
                    <a:pt x="195" y="221"/>
                    <a:pt x="92" y="0"/>
                    <a:pt x="0" y="5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0" name="Google Shape;1750;p48">
              <a:extLst>
                <a:ext uri="{FF2B5EF4-FFF2-40B4-BE49-F238E27FC236}">
                  <a16:creationId xmlns:a16="http://schemas.microsoft.com/office/drawing/2014/main" id="{2FE05969-CBA8-5366-0573-21568DDC2A6E}"/>
                </a:ext>
              </a:extLst>
            </p:cNvPr>
            <p:cNvSpPr/>
            <p:nvPr/>
          </p:nvSpPr>
          <p:spPr>
            <a:xfrm>
              <a:off x="2424238" y="1685913"/>
              <a:ext cx="66675" cy="90488"/>
            </a:xfrm>
            <a:custGeom>
              <a:avLst/>
              <a:gdLst/>
              <a:ahLst/>
              <a:cxnLst/>
              <a:rect l="l" t="t" r="r" b="b"/>
              <a:pathLst>
                <a:path w="18" h="25" extrusionOk="0">
                  <a:moveTo>
                    <a:pt x="12" y="6"/>
                  </a:move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2" y="25"/>
                    <a:pt x="7" y="24"/>
                  </a:cubicBezTo>
                  <a:cubicBezTo>
                    <a:pt x="12" y="24"/>
                    <a:pt x="18" y="11"/>
                    <a:pt x="18" y="8"/>
                  </a:cubicBezTo>
                  <a:cubicBezTo>
                    <a:pt x="18" y="0"/>
                    <a:pt x="12" y="6"/>
                    <a:pt x="12" y="6"/>
                  </a:cubicBezTo>
                  <a:close/>
                </a:path>
              </a:pathLst>
            </a:custGeom>
            <a:solidFill>
              <a:srgbClr val="894C3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1" name="Google Shape;1751;p48">
              <a:extLst>
                <a:ext uri="{FF2B5EF4-FFF2-40B4-BE49-F238E27FC236}">
                  <a16:creationId xmlns:a16="http://schemas.microsoft.com/office/drawing/2014/main" id="{9FCC6132-B005-5CD9-DB16-487C5788E936}"/>
                </a:ext>
              </a:extLst>
            </p:cNvPr>
            <p:cNvSpPr/>
            <p:nvPr/>
          </p:nvSpPr>
          <p:spPr>
            <a:xfrm>
              <a:off x="2457575" y="1697025"/>
              <a:ext cx="52388" cy="98425"/>
            </a:xfrm>
            <a:custGeom>
              <a:avLst/>
              <a:gdLst/>
              <a:ahLst/>
              <a:cxnLst/>
              <a:rect l="l" t="t" r="r" b="b"/>
              <a:pathLst>
                <a:path w="14" h="27" extrusionOk="0">
                  <a:moveTo>
                    <a:pt x="8" y="7"/>
                  </a:moveTo>
                  <a:cubicBezTo>
                    <a:pt x="0" y="21"/>
                    <a:pt x="0" y="21"/>
                    <a:pt x="0" y="21"/>
                  </a:cubicBezTo>
                  <a:cubicBezTo>
                    <a:pt x="0" y="21"/>
                    <a:pt x="3" y="27"/>
                    <a:pt x="8" y="25"/>
                  </a:cubicBezTo>
                  <a:cubicBezTo>
                    <a:pt x="13" y="24"/>
                    <a:pt x="14" y="10"/>
                    <a:pt x="13" y="7"/>
                  </a:cubicBezTo>
                  <a:cubicBezTo>
                    <a:pt x="12" y="0"/>
                    <a:pt x="8" y="7"/>
                    <a:pt x="8" y="7"/>
                  </a:cubicBezTo>
                  <a:close/>
                </a:path>
              </a:pathLst>
            </a:custGeom>
            <a:solidFill>
              <a:srgbClr val="894C3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2" name="Google Shape;1752;p48">
              <a:extLst>
                <a:ext uri="{FF2B5EF4-FFF2-40B4-BE49-F238E27FC236}">
                  <a16:creationId xmlns:a16="http://schemas.microsoft.com/office/drawing/2014/main" id="{21229B65-6775-3405-1EF4-4A5252B76005}"/>
                </a:ext>
              </a:extLst>
            </p:cNvPr>
            <p:cNvSpPr/>
            <p:nvPr/>
          </p:nvSpPr>
          <p:spPr>
            <a:xfrm>
              <a:off x="2482975" y="1711313"/>
              <a:ext cx="55563" cy="98425"/>
            </a:xfrm>
            <a:custGeom>
              <a:avLst/>
              <a:gdLst/>
              <a:ahLst/>
              <a:cxnLst/>
              <a:rect l="l" t="t" r="r" b="b"/>
              <a:pathLst>
                <a:path w="15" h="27" extrusionOk="0">
                  <a:moveTo>
                    <a:pt x="8" y="7"/>
                  </a:moveTo>
                  <a:cubicBezTo>
                    <a:pt x="0" y="21"/>
                    <a:pt x="0" y="21"/>
                    <a:pt x="0" y="21"/>
                  </a:cubicBezTo>
                  <a:cubicBezTo>
                    <a:pt x="0" y="21"/>
                    <a:pt x="3" y="27"/>
                    <a:pt x="8" y="26"/>
                  </a:cubicBezTo>
                  <a:cubicBezTo>
                    <a:pt x="13" y="24"/>
                    <a:pt x="15" y="10"/>
                    <a:pt x="14" y="7"/>
                  </a:cubicBezTo>
                  <a:cubicBezTo>
                    <a:pt x="12" y="0"/>
                    <a:pt x="8" y="7"/>
                    <a:pt x="8" y="7"/>
                  </a:cubicBezTo>
                  <a:close/>
                </a:path>
              </a:pathLst>
            </a:custGeom>
            <a:solidFill>
              <a:srgbClr val="894C3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3" name="Google Shape;1753;p48">
              <a:extLst>
                <a:ext uri="{FF2B5EF4-FFF2-40B4-BE49-F238E27FC236}">
                  <a16:creationId xmlns:a16="http://schemas.microsoft.com/office/drawing/2014/main" id="{38C2A5B8-C252-4A48-25E0-99DBCE5E6378}"/>
                </a:ext>
              </a:extLst>
            </p:cNvPr>
            <p:cNvSpPr/>
            <p:nvPr/>
          </p:nvSpPr>
          <p:spPr>
            <a:xfrm>
              <a:off x="2509963" y="1744650"/>
              <a:ext cx="39688" cy="79375"/>
            </a:xfrm>
            <a:custGeom>
              <a:avLst/>
              <a:gdLst/>
              <a:ahLst/>
              <a:cxnLst/>
              <a:rect l="l" t="t" r="r" b="b"/>
              <a:pathLst>
                <a:path w="11" h="22" extrusionOk="0">
                  <a:moveTo>
                    <a:pt x="6" y="6"/>
                  </a:moveTo>
                  <a:cubicBezTo>
                    <a:pt x="0" y="17"/>
                    <a:pt x="0" y="17"/>
                    <a:pt x="0" y="17"/>
                  </a:cubicBezTo>
                  <a:cubicBezTo>
                    <a:pt x="0" y="17"/>
                    <a:pt x="2" y="22"/>
                    <a:pt x="6" y="20"/>
                  </a:cubicBezTo>
                  <a:cubicBezTo>
                    <a:pt x="10" y="19"/>
                    <a:pt x="11" y="8"/>
                    <a:pt x="11" y="6"/>
                  </a:cubicBezTo>
                  <a:cubicBezTo>
                    <a:pt x="9" y="0"/>
                    <a:pt x="6" y="6"/>
                    <a:pt x="6" y="6"/>
                  </a:cubicBezTo>
                  <a:close/>
                </a:path>
              </a:pathLst>
            </a:custGeom>
            <a:solidFill>
              <a:srgbClr val="894C3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098966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7">
          <a:extLst>
            <a:ext uri="{FF2B5EF4-FFF2-40B4-BE49-F238E27FC236}">
              <a16:creationId xmlns:a16="http://schemas.microsoft.com/office/drawing/2014/main" id="{CD399A51-2268-4102-FA15-CDF82E75F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p42">
            <a:extLst>
              <a:ext uri="{FF2B5EF4-FFF2-40B4-BE49-F238E27FC236}">
                <a16:creationId xmlns:a16="http://schemas.microsoft.com/office/drawing/2014/main" id="{0DDA0594-40D6-3FE6-0D76-546C715A5A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>
              <a:lnSpc>
                <a:spcPct val="90000"/>
              </a:lnSpc>
            </a:pPr>
            <a:r>
              <a:rPr lang="en-GB" sz="2800" b="1" dirty="0">
                <a:latin typeface="DM Sans" pitchFamily="2" charset="77"/>
              </a:rPr>
              <a:t>Tables and dimensions</a:t>
            </a:r>
            <a:endParaRPr lang="en-GB" sz="27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A9299E2-2451-D397-82DA-4D417B5A7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224" y="1208225"/>
            <a:ext cx="7231453" cy="3264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endParaRPr lang="en-GB" sz="1200">
              <a:latin typeface="DM Sans" pitchFamily="2" charset="77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DE4064BB-691D-58F1-105C-804D1F2023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824" y="1017725"/>
            <a:ext cx="7231453" cy="3264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171450" indent="-171450">
              <a:buFontTx/>
              <a:buChar char="-"/>
            </a:pPr>
            <a:r>
              <a:rPr lang="en-GB" sz="1200" dirty="0">
                <a:latin typeface="DM Sans" pitchFamily="2" charset="77"/>
              </a:rPr>
              <a:t>Users (20 users, 1 PK, 4 features)</a:t>
            </a:r>
          </a:p>
          <a:p>
            <a:pPr marL="171450" indent="-171450">
              <a:buFontTx/>
              <a:buChar char="-"/>
            </a:pPr>
            <a:r>
              <a:rPr lang="en-GB" sz="1200" dirty="0">
                <a:latin typeface="DM Sans" pitchFamily="2" charset="77"/>
              </a:rPr>
              <a:t>Stations (15 stations, 1PK, 2 features)</a:t>
            </a:r>
          </a:p>
          <a:p>
            <a:pPr marL="171450" indent="-171450">
              <a:buFontTx/>
              <a:buChar char="-"/>
            </a:pPr>
            <a:r>
              <a:rPr lang="en-GB" sz="1200" dirty="0">
                <a:latin typeface="DM Sans" pitchFamily="2" charset="77"/>
              </a:rPr>
              <a:t>Bikes (66 bikes, 1PK, 4 features, 1 FK)</a:t>
            </a:r>
          </a:p>
          <a:p>
            <a:pPr marL="171450" indent="-171450">
              <a:buFontTx/>
              <a:buChar char="-"/>
            </a:pPr>
            <a:r>
              <a:rPr lang="en-GB" sz="1200" dirty="0">
                <a:latin typeface="DM Sans" pitchFamily="2" charset="77"/>
              </a:rPr>
              <a:t>Rides (80 rides, 1PK, 9 features, 4FK)</a:t>
            </a:r>
          </a:p>
          <a:p>
            <a:pPr marL="171450" indent="-171450">
              <a:buFontTx/>
              <a:buChar char="-"/>
            </a:pPr>
            <a:r>
              <a:rPr lang="en-GB" sz="1200" dirty="0">
                <a:latin typeface="DM Sans" pitchFamily="2" charset="77"/>
              </a:rPr>
              <a:t>Maintenances (20 maintenances, 1PK, 5 features, 1FK)</a:t>
            </a:r>
          </a:p>
          <a:p>
            <a:pPr marL="171450" indent="-171450">
              <a:buFontTx/>
              <a:buChar char="-"/>
            </a:pPr>
            <a:r>
              <a:rPr lang="en-GB" sz="1200" dirty="0">
                <a:latin typeface="DM Sans" pitchFamily="2" charset="77"/>
              </a:rPr>
              <a:t>Subscriptions (30 subscriptions, 1PK, 5features, 1FK)</a:t>
            </a:r>
          </a:p>
          <a:p>
            <a:pPr marL="171450" indent="-171450">
              <a:buFontTx/>
              <a:buChar char="-"/>
            </a:pPr>
            <a:r>
              <a:rPr lang="en-GB" sz="1200" dirty="0">
                <a:latin typeface="DM Sans" pitchFamily="2" charset="77"/>
              </a:rPr>
              <a:t>Payments (</a:t>
            </a:r>
            <a:r>
              <a:rPr lang="en-GB" sz="1200" dirty="0">
                <a:highlight>
                  <a:srgbClr val="FFFF00"/>
                </a:highlight>
                <a:latin typeface="DM Sans" pitchFamily="2" charset="77"/>
              </a:rPr>
              <a:t>44</a:t>
            </a:r>
            <a:r>
              <a:rPr lang="en-GB" sz="1200" dirty="0">
                <a:latin typeface="DM Sans" pitchFamily="2" charset="77"/>
              </a:rPr>
              <a:t> payments, 1PK, 5features, 1FK)</a:t>
            </a:r>
          </a:p>
          <a:p>
            <a:endParaRPr lang="en-GB" sz="1200" dirty="0">
              <a:latin typeface="DM 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110827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7">
          <a:extLst>
            <a:ext uri="{FF2B5EF4-FFF2-40B4-BE49-F238E27FC236}">
              <a16:creationId xmlns:a16="http://schemas.microsoft.com/office/drawing/2014/main" id="{BE1CA591-F233-2779-60DB-D937FBFF5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p42">
            <a:extLst>
              <a:ext uri="{FF2B5EF4-FFF2-40B4-BE49-F238E27FC236}">
                <a16:creationId xmlns:a16="http://schemas.microsoft.com/office/drawing/2014/main" id="{9D63F0B7-F1C9-23F8-49CD-80082B96AB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>
              <a:lnSpc>
                <a:spcPct val="90000"/>
              </a:lnSpc>
            </a:pPr>
            <a:r>
              <a:rPr lang="en-GB" sz="2800" b="1" dirty="0">
                <a:latin typeface="DM Sans" pitchFamily="2" charset="77"/>
              </a:rPr>
              <a:t>Data consistency</a:t>
            </a:r>
            <a:endParaRPr lang="en-GB" sz="27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8B9B8C5-D419-15EA-42DF-E00CAD9064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224" y="1208225"/>
            <a:ext cx="7231453" cy="3264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endParaRPr lang="en-GB" sz="1200">
              <a:latin typeface="DM Sans" pitchFamily="2" charset="77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45BC674-970A-3B56-DAD7-618788D75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824" y="1017725"/>
            <a:ext cx="7231453" cy="3264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171450" indent="-171450">
              <a:buFontTx/>
              <a:buChar char="-"/>
            </a:pPr>
            <a:r>
              <a:rPr lang="en-GB" sz="1200" dirty="0">
                <a:latin typeface="DM Sans" pitchFamily="2" charset="77"/>
              </a:rPr>
              <a:t>Total capacity of stations (66) &gt;= Total N° of bikes (66)</a:t>
            </a:r>
          </a:p>
          <a:p>
            <a:pPr marL="171450" indent="-171450">
              <a:buFontTx/>
              <a:buChar char="-"/>
            </a:pPr>
            <a:r>
              <a:rPr lang="en-GB" sz="1200" dirty="0">
                <a:highlight>
                  <a:srgbClr val="FFFF00"/>
                </a:highlight>
                <a:latin typeface="DM Sans" pitchFamily="2" charset="77"/>
              </a:rPr>
              <a:t>Capacity on each station &gt;= N° of docked bikes on such station</a:t>
            </a:r>
          </a:p>
          <a:p>
            <a:pPr marL="171450" indent="-171450">
              <a:buFontTx/>
              <a:buChar char="-"/>
            </a:pPr>
            <a:r>
              <a:rPr lang="en-GB" sz="1200" dirty="0">
                <a:latin typeface="DM Sans" pitchFamily="2" charset="77"/>
              </a:rPr>
              <a:t>Positive N° of ‘Low Battery Bikes’ (5) </a:t>
            </a:r>
          </a:p>
        </p:txBody>
      </p:sp>
    </p:spTree>
    <p:extLst>
      <p:ext uri="{BB962C8B-B14F-4D97-AF65-F5344CB8AC3E}">
        <p14:creationId xmlns:p14="http://schemas.microsoft.com/office/powerpoint/2010/main" val="22527767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2">
          <a:extLst>
            <a:ext uri="{FF2B5EF4-FFF2-40B4-BE49-F238E27FC236}">
              <a16:creationId xmlns:a16="http://schemas.microsoft.com/office/drawing/2014/main" id="{4EDA8E8B-E34E-68E1-59D0-DB6CFA55E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31">
            <a:extLst>
              <a:ext uri="{FF2B5EF4-FFF2-40B4-BE49-F238E27FC236}">
                <a16:creationId xmlns:a16="http://schemas.microsoft.com/office/drawing/2014/main" id="{A87E356C-5CA4-FAA0-0F84-20F42005B9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71075" y="2969400"/>
            <a:ext cx="4559700" cy="130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questions</a:t>
            </a:r>
            <a:endParaRPr dirty="0"/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1B1AE7F3-8105-F346-346F-E8BD2D01D0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1980" y="4574564"/>
            <a:ext cx="408556" cy="408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C6437F4B-EBF3-0D34-F03C-B7B956CE52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3198" y="972457"/>
            <a:ext cx="4390703" cy="2927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3627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7">
          <a:extLst>
            <a:ext uri="{FF2B5EF4-FFF2-40B4-BE49-F238E27FC236}">
              <a16:creationId xmlns:a16="http://schemas.microsoft.com/office/drawing/2014/main" id="{AD4C3505-A327-55B6-BB43-D4E6CC84A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p42">
            <a:extLst>
              <a:ext uri="{FF2B5EF4-FFF2-40B4-BE49-F238E27FC236}">
                <a16:creationId xmlns:a16="http://schemas.microsoft.com/office/drawing/2014/main" id="{D1F32188-30E8-5F90-76B2-B90F5ABAD5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>
              <a:lnSpc>
                <a:spcPct val="90000"/>
              </a:lnSpc>
            </a:pPr>
            <a:r>
              <a:rPr lang="en-GB" sz="2800" b="1" dirty="0">
                <a:latin typeface="DM Sans" pitchFamily="2" charset="77"/>
              </a:rPr>
              <a:t>Station Popularity</a:t>
            </a:r>
            <a:endParaRPr lang="en-GB" sz="27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09AC865-796C-9AAD-4025-9BB37180EF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224" y="1208225"/>
            <a:ext cx="7231453" cy="3264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endParaRPr lang="en-GB" sz="1200">
              <a:latin typeface="DM 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850324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7">
          <a:extLst>
            <a:ext uri="{FF2B5EF4-FFF2-40B4-BE49-F238E27FC236}">
              <a16:creationId xmlns:a16="http://schemas.microsoft.com/office/drawing/2014/main" id="{72D70360-5BAA-21D5-86EF-0EB624002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p42">
            <a:extLst>
              <a:ext uri="{FF2B5EF4-FFF2-40B4-BE49-F238E27FC236}">
                <a16:creationId xmlns:a16="http://schemas.microsoft.com/office/drawing/2014/main" id="{801FE7C0-C818-889C-6A70-F198A4767F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>
              <a:lnSpc>
                <a:spcPct val="90000"/>
              </a:lnSpc>
            </a:pPr>
            <a:r>
              <a:rPr lang="en-GB" sz="2800" b="1" dirty="0">
                <a:latin typeface="DM Sans" pitchFamily="2" charset="77"/>
              </a:rPr>
              <a:t>Revenue Analysis</a:t>
            </a:r>
            <a:endParaRPr lang="en-GB" sz="27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61175C6-2396-602A-E6A8-5DEB472E61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224" y="1208225"/>
            <a:ext cx="7231453" cy="3264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endParaRPr lang="en-GB" sz="1200">
              <a:latin typeface="DM 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081563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7">
          <a:extLst>
            <a:ext uri="{FF2B5EF4-FFF2-40B4-BE49-F238E27FC236}">
              <a16:creationId xmlns:a16="http://schemas.microsoft.com/office/drawing/2014/main" id="{097539ED-47E4-4CDA-1DCB-6922BA913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p42">
            <a:extLst>
              <a:ext uri="{FF2B5EF4-FFF2-40B4-BE49-F238E27FC236}">
                <a16:creationId xmlns:a16="http://schemas.microsoft.com/office/drawing/2014/main" id="{993599C3-49D4-C0A3-4804-F73A65679A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>
              <a:lnSpc>
                <a:spcPct val="90000"/>
              </a:lnSpc>
            </a:pPr>
            <a:r>
              <a:rPr lang="en-GB" sz="2800" b="1" dirty="0">
                <a:latin typeface="DM Sans" pitchFamily="2" charset="77"/>
              </a:rPr>
              <a:t>Maintenance Alert</a:t>
            </a:r>
            <a:endParaRPr lang="en-GB" sz="27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6038057-9326-EC2B-2515-0F826D7FF0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224" y="1208225"/>
            <a:ext cx="7231453" cy="3264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endParaRPr lang="en-GB" sz="1200">
              <a:latin typeface="DM 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609958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7">
          <a:extLst>
            <a:ext uri="{FF2B5EF4-FFF2-40B4-BE49-F238E27FC236}">
              <a16:creationId xmlns:a16="http://schemas.microsoft.com/office/drawing/2014/main" id="{885C03B6-0F70-CC7C-A4F5-15FACE81E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p42">
            <a:extLst>
              <a:ext uri="{FF2B5EF4-FFF2-40B4-BE49-F238E27FC236}">
                <a16:creationId xmlns:a16="http://schemas.microsoft.com/office/drawing/2014/main" id="{0FDB3661-5981-81A3-2943-D16A68E47A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>
              <a:lnSpc>
                <a:spcPct val="90000"/>
              </a:lnSpc>
            </a:pPr>
            <a:r>
              <a:rPr lang="en-GB" sz="2800" b="1" dirty="0">
                <a:latin typeface="DM Sans" pitchFamily="2" charset="77"/>
              </a:rPr>
              <a:t>User </a:t>
            </a:r>
            <a:r>
              <a:rPr lang="en-GB" sz="2800" b="1" dirty="0" err="1">
                <a:latin typeface="DM Sans" pitchFamily="2" charset="77"/>
              </a:rPr>
              <a:t>Behavior</a:t>
            </a:r>
            <a:endParaRPr lang="en-GB" sz="27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A85C93A-560E-20F0-8EAE-3144D66349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224" y="1208225"/>
            <a:ext cx="7231453" cy="3264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endParaRPr lang="en-GB" sz="1200">
              <a:latin typeface="DM 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4975553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292">
          <a:extLst>
            <a:ext uri="{FF2B5EF4-FFF2-40B4-BE49-F238E27FC236}">
              <a16:creationId xmlns:a16="http://schemas.microsoft.com/office/drawing/2014/main" id="{8CB5407D-699A-D9F8-6C1B-44D083A5B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p44">
            <a:extLst>
              <a:ext uri="{FF2B5EF4-FFF2-40B4-BE49-F238E27FC236}">
                <a16:creationId xmlns:a16="http://schemas.microsoft.com/office/drawing/2014/main" id="{DEE3A636-B09F-2283-1081-D91062C4FB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 dirty="0"/>
              <a:t>What data structure solves the issue?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706F00-FEEE-5DFA-27F0-EB6FC5E5FEF9}"/>
              </a:ext>
            </a:extLst>
          </p:cNvPr>
          <p:cNvSpPr txBox="1"/>
          <p:nvPr/>
        </p:nvSpPr>
        <p:spPr>
          <a:xfrm>
            <a:off x="713225" y="1208225"/>
            <a:ext cx="3668250" cy="3264408"/>
          </a:xfrm>
          <a:prstGeom prst="rect">
            <a:avLst/>
          </a:prstGeom>
          <a:noFill/>
          <a:ln>
            <a:noFill/>
          </a:ln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n-US" b="0" i="0" u="none" strike="noStrike" cap="none" dirty="0">
                <a:solidFill>
                  <a:schemeClr val="dk1"/>
                </a:solidFill>
                <a:latin typeface="DM Sans" pitchFamily="2" charset="77"/>
              </a:rPr>
              <a:t>Big Data refers to datasets that are</a:t>
            </a:r>
          </a:p>
          <a:p>
            <a:pPr>
              <a:spcAft>
                <a:spcPts val="600"/>
              </a:spcAft>
            </a:pPr>
            <a:endParaRPr lang="en-US" b="0" i="0" u="none" strike="noStrike" cap="none" dirty="0">
              <a:solidFill>
                <a:schemeClr val="dk1"/>
              </a:solidFill>
              <a:latin typeface="DM Sans" pitchFamily="2" charset="77"/>
            </a:endParaRP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n-US" b="1" i="1" dirty="0">
                <a:solidFill>
                  <a:schemeClr val="tx2"/>
                </a:solidFill>
                <a:latin typeface="DM Sans" pitchFamily="2" charset="77"/>
              </a:rPr>
              <a:t>very frequently inserted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n-US" b="1" i="1" u="none" strike="noStrike" cap="none" dirty="0">
                <a:solidFill>
                  <a:schemeClr val="tx2"/>
                </a:solidFill>
                <a:latin typeface="DM Sans" pitchFamily="2" charset="77"/>
              </a:rPr>
              <a:t>extremely large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n-US" b="1" i="1" u="none" strike="noStrike" cap="none" dirty="0">
                <a:solidFill>
                  <a:schemeClr val="tx2"/>
                </a:solidFill>
                <a:latin typeface="DM Sans" pitchFamily="2" charset="77"/>
              </a:rPr>
              <a:t>diverse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n-US" b="1" i="1" u="none" strike="noStrike" cap="none" dirty="0">
                <a:solidFill>
                  <a:schemeClr val="tx2"/>
                </a:solidFill>
                <a:latin typeface="DM Sans" pitchFamily="2" charset="77"/>
              </a:rPr>
              <a:t>complex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endParaRPr lang="en-US" b="0" i="0" u="none" strike="noStrike" cap="none" dirty="0">
              <a:solidFill>
                <a:schemeClr val="dk1"/>
              </a:solidFill>
              <a:latin typeface="DM Sans" pitchFamily="2" charset="77"/>
            </a:endParaRPr>
          </a:p>
          <a:p>
            <a:pPr>
              <a:spcAft>
                <a:spcPts val="600"/>
              </a:spcAft>
            </a:pPr>
            <a:r>
              <a:rPr lang="en-US" b="0" i="0" u="none" strike="noStrike" cap="none" dirty="0">
                <a:solidFill>
                  <a:schemeClr val="dk1"/>
                </a:solidFill>
                <a:latin typeface="DM Sans" pitchFamily="2" charset="77"/>
              </a:rPr>
              <a:t>that grow exponentially and cannot be effectively captured, managed, processed, or analyzed using traditional data management tools.</a:t>
            </a:r>
          </a:p>
        </p:txBody>
      </p:sp>
    </p:spTree>
    <p:extLst>
      <p:ext uri="{BB962C8B-B14F-4D97-AF65-F5344CB8AC3E}">
        <p14:creationId xmlns:p14="http://schemas.microsoft.com/office/powerpoint/2010/main" val="6740485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257">
          <a:extLst>
            <a:ext uri="{FF2B5EF4-FFF2-40B4-BE49-F238E27FC236}">
              <a16:creationId xmlns:a16="http://schemas.microsoft.com/office/drawing/2014/main" id="{52FD2861-9B82-7F8F-6339-808743DA6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p42">
            <a:extLst>
              <a:ext uri="{FF2B5EF4-FFF2-40B4-BE49-F238E27FC236}">
                <a16:creationId xmlns:a16="http://schemas.microsoft.com/office/drawing/2014/main" id="{2F63CF84-34CD-E3E8-5B50-2A2376CFCD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/>
              <a:t>EcoRide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240F62C-4818-27B0-C80B-CD0FCD834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225" y="1208225"/>
            <a:ext cx="3668250" cy="3264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lvl="0" eaLnBrk="0" fontAlgn="base" hangingPunct="0">
              <a:spcAft>
                <a:spcPts val="600"/>
              </a:spcAft>
            </a:pPr>
            <a:r>
              <a:rPr lang="en-US" altLang="en-IT" sz="1300" b="0" i="0" u="none" strike="noStrike" cap="none">
                <a:solidFill>
                  <a:schemeClr val="dk1"/>
                </a:solidFill>
                <a:latin typeface="DM Sans" pitchFamily="2" charset="77"/>
              </a:rPr>
              <a:t>The city of </a:t>
            </a:r>
            <a:r>
              <a:rPr lang="en-US" altLang="en-IT" sz="1300" b="1" i="0" u="none" strike="noStrike" cap="none">
                <a:solidFill>
                  <a:srgbClr val="00B050"/>
                </a:solidFill>
                <a:latin typeface="DM Sans" pitchFamily="2" charset="77"/>
              </a:rPr>
              <a:t>Neo-Metropolis </a:t>
            </a:r>
            <a:r>
              <a:rPr lang="en-US" altLang="en-IT" sz="1300" b="0" i="0" u="none" strike="noStrike" cap="none">
                <a:solidFill>
                  <a:schemeClr val="dk1"/>
                </a:solidFill>
                <a:latin typeface="DM Sans" pitchFamily="2" charset="77"/>
              </a:rPr>
              <a:t>is launching a massive green initiative. They are deploying thousands of bicycles (both electric and standard) across hundreds of docking stations. They need a robust back-end system to manage users, track bike inventory in real-time, handle subscriptions, and analyze ride patterns to optimize bike distribution.</a:t>
            </a:r>
          </a:p>
          <a:p>
            <a:pPr lvl="0" eaLnBrk="0" fontAlgn="base" hangingPunct="0">
              <a:spcAft>
                <a:spcPts val="600"/>
              </a:spcAft>
            </a:pPr>
            <a:endParaRPr lang="en-US" altLang="en-IT" sz="1300" b="0" i="0" u="none" strike="noStrike" cap="none">
              <a:solidFill>
                <a:schemeClr val="dk1"/>
              </a:solidFill>
              <a:latin typeface="DM Sans" pitchFamily="2" charset="77"/>
            </a:endParaRPr>
          </a:p>
          <a:p>
            <a:pPr lvl="0" eaLnBrk="0" fontAlgn="base" hangingPunct="0">
              <a:spcAft>
                <a:spcPts val="600"/>
              </a:spcAft>
            </a:pPr>
            <a:r>
              <a:rPr lang="en-US" altLang="en-IT" sz="1300" b="0" i="0" u="none" strike="noStrike" cap="none">
                <a:solidFill>
                  <a:schemeClr val="dk1"/>
                </a:solidFill>
                <a:latin typeface="DM Sans" pitchFamily="2" charset="77"/>
              </a:rPr>
              <a:t>As the Lead Database Architects, your job is to design a system that ensures data integrity (e.g., a bike cannot be in two stations at once) and provides high-performance querying for the city's mobile app.</a:t>
            </a:r>
            <a:endParaRPr kumimoji="0" lang="en-US" altLang="en-IT" sz="1300" b="0" i="0" u="none" strike="noStrike" cap="none" normalizeH="0" baseline="0">
              <a:ln>
                <a:noFill/>
              </a:ln>
              <a:solidFill>
                <a:schemeClr val="dk1"/>
              </a:solidFill>
              <a:effectLst/>
              <a:latin typeface="DM Sans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31A1C9-B11B-A979-E595-CFBC13A970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414" r="19343" b="-2"/>
          <a:stretch>
            <a:fillRect/>
          </a:stretch>
        </p:blipFill>
        <p:spPr>
          <a:xfrm>
            <a:off x="4762475" y="1208225"/>
            <a:ext cx="3668250" cy="32644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822760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257">
          <a:extLst>
            <a:ext uri="{FF2B5EF4-FFF2-40B4-BE49-F238E27FC236}">
              <a16:creationId xmlns:a16="http://schemas.microsoft.com/office/drawing/2014/main" id="{DCA3DEF9-2435-F7EC-15A9-90684B295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p42">
            <a:extLst>
              <a:ext uri="{FF2B5EF4-FFF2-40B4-BE49-F238E27FC236}">
                <a16:creationId xmlns:a16="http://schemas.microsoft.com/office/drawing/2014/main" id="{9C550C3A-F8A3-E3B0-5D59-02A9B57531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/>
              <a:t>Deliverables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67257B6-6AFB-250C-5707-C264FCB710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224" y="1208225"/>
            <a:ext cx="7231453" cy="3264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GB" sz="1200" dirty="0">
                <a:latin typeface="DM Sans" pitchFamily="2" charset="77"/>
              </a:rPr>
              <a:t>This project follows the full lifecycle of database development. You will submit a comprehensive technical report containing the following four sections:</a:t>
            </a:r>
          </a:p>
          <a:p>
            <a:endParaRPr lang="en-GB" sz="1200" dirty="0">
              <a:latin typeface="DM Sans" pitchFamily="2" charset="77"/>
            </a:endParaRPr>
          </a:p>
          <a:p>
            <a:r>
              <a:rPr lang="en-GB" sz="1200" b="1" dirty="0">
                <a:latin typeface="DM Sans" pitchFamily="2" charset="77"/>
              </a:rPr>
              <a:t>1. Conceptual Design (E-R Diagram)</a:t>
            </a:r>
            <a:br>
              <a:rPr lang="en-GB" sz="1200" b="1" dirty="0">
                <a:latin typeface="DM Sans" pitchFamily="2" charset="77"/>
              </a:rPr>
            </a:br>
            <a:endParaRPr lang="en-GB" sz="1200" b="1" dirty="0">
              <a:latin typeface="DM Sans" pitchFamily="2" charset="77"/>
            </a:endParaRPr>
          </a:p>
          <a:p>
            <a:r>
              <a:rPr lang="en-GB" sz="1200" dirty="0">
                <a:latin typeface="DM Sans" pitchFamily="2" charset="77"/>
              </a:rPr>
              <a:t>You must translate the business requirements into an </a:t>
            </a:r>
            <a:r>
              <a:rPr lang="en-GB" sz="1200" b="1" dirty="0">
                <a:latin typeface="DM Sans" pitchFamily="2" charset="77"/>
              </a:rPr>
              <a:t>Entity-Relationship (E-R) Diagram</a:t>
            </a:r>
            <a:r>
              <a:rPr lang="en-GB" sz="1200" dirty="0">
                <a:latin typeface="DM Sans" pitchFamily="2" charset="77"/>
              </a:rPr>
              <a:t>. Identify the core entities (Users, Bikes, Stations, Maintenance Logs, etc.), their attributes, and the cardinalities of their relationships.</a:t>
            </a:r>
            <a:br>
              <a:rPr lang="en-GB" sz="1200" dirty="0">
                <a:latin typeface="DM Sans" pitchFamily="2" charset="77"/>
              </a:rPr>
            </a:br>
            <a:endParaRPr lang="en-GB" sz="1200" dirty="0">
              <a:latin typeface="DM Sans" pitchFamily="2" charset="77"/>
            </a:endParaRPr>
          </a:p>
          <a:p>
            <a:r>
              <a:rPr lang="en-GB" sz="1200" b="1" dirty="0">
                <a:latin typeface="DM Sans" pitchFamily="2" charset="77"/>
              </a:rPr>
              <a:t>Key Requirement:</a:t>
            </a:r>
            <a:r>
              <a:rPr lang="en-GB" sz="1200" dirty="0">
                <a:latin typeface="DM Sans" pitchFamily="2" charset="77"/>
              </a:rPr>
              <a:t> Clearly mark Primary Keys and relationship types between entities, both left-to-right and right-to-left.</a:t>
            </a:r>
          </a:p>
          <a:p>
            <a:endParaRPr lang="en-GB" sz="1200" dirty="0">
              <a:latin typeface="DM 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376002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257">
          <a:extLst>
            <a:ext uri="{FF2B5EF4-FFF2-40B4-BE49-F238E27FC236}">
              <a16:creationId xmlns:a16="http://schemas.microsoft.com/office/drawing/2014/main" id="{65F8166A-0162-C148-38A4-E3E219FD7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p42">
            <a:extLst>
              <a:ext uri="{FF2B5EF4-FFF2-40B4-BE49-F238E27FC236}">
                <a16:creationId xmlns:a16="http://schemas.microsoft.com/office/drawing/2014/main" id="{605B0AF1-0A7A-0589-7C3F-5B13593C5D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/>
              <a:t>Deliverables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ED98383-5A6A-ECD9-1E68-45C3F69D06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224" y="1208225"/>
            <a:ext cx="7231453" cy="3264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endParaRPr lang="en-GB" sz="1200">
              <a:latin typeface="DM Sa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FD2DE4-6E39-2F2A-985C-146329F6441A}"/>
              </a:ext>
            </a:extLst>
          </p:cNvPr>
          <p:cNvSpPr txBox="1"/>
          <p:nvPr/>
        </p:nvSpPr>
        <p:spPr>
          <a:xfrm>
            <a:off x="713224" y="1162369"/>
            <a:ext cx="727783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200" b="1">
                <a:latin typeface="DM Sans" pitchFamily="2" charset="77"/>
              </a:rPr>
              <a:t>2. Logical and Physical Models</a:t>
            </a:r>
            <a:br>
              <a:rPr lang="en-GB" sz="1200" b="1">
                <a:latin typeface="DM Sans" pitchFamily="2" charset="77"/>
              </a:rPr>
            </a:br>
            <a:endParaRPr lang="en-GB" sz="1200" b="1">
              <a:latin typeface="DM Sans" pitchFamily="2" charset="77"/>
            </a:endParaRPr>
          </a:p>
          <a:p>
            <a:pPr>
              <a:buNone/>
            </a:pPr>
            <a:r>
              <a:rPr lang="en-GB" sz="1200">
                <a:latin typeface="DM Sans" pitchFamily="2" charset="77"/>
              </a:rPr>
              <a:t>Next, map your E-R diagram to a </a:t>
            </a:r>
            <a:r>
              <a:rPr lang="en-GB" sz="1200" b="1">
                <a:latin typeface="DM Sans" pitchFamily="2" charset="77"/>
              </a:rPr>
              <a:t>Relational Schema</a:t>
            </a:r>
            <a:r>
              <a:rPr lang="en-GB" sz="1200">
                <a:latin typeface="DM Sans" pitchFamily="2" charset="77"/>
              </a:rPr>
              <a:t>.</a:t>
            </a:r>
            <a:br>
              <a:rPr lang="en-GB" sz="1200">
                <a:latin typeface="DM Sans" pitchFamily="2" charset="77"/>
              </a:rPr>
            </a:br>
            <a:endParaRPr lang="en-GB" sz="1200">
              <a:latin typeface="DM Sans" pitchFamily="2" charset="7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1200" b="1">
                <a:latin typeface="DM Sans" pitchFamily="2" charset="77"/>
              </a:rPr>
              <a:t>  Logical Model:</a:t>
            </a:r>
            <a:r>
              <a:rPr lang="en-GB" sz="1200">
                <a:latin typeface="DM Sans" pitchFamily="2" charset="77"/>
              </a:rPr>
              <a:t> Convert entities into tables. Normalize your tables to at least </a:t>
            </a:r>
            <a:r>
              <a:rPr lang="en-GB" sz="1200" b="1">
                <a:latin typeface="DM Sans" pitchFamily="2" charset="77"/>
              </a:rPr>
              <a:t>Third Normal Form (3NF)</a:t>
            </a:r>
            <a:r>
              <a:rPr lang="en-GB" sz="1200">
                <a:latin typeface="DM Sans" pitchFamily="2" charset="77"/>
              </a:rPr>
              <a:t> to avoid redundancy.</a:t>
            </a:r>
            <a:br>
              <a:rPr lang="en-GB" sz="1200">
                <a:latin typeface="DM Sans" pitchFamily="2" charset="77"/>
              </a:rPr>
            </a:br>
            <a:endParaRPr lang="en-GB" sz="1200">
              <a:latin typeface="DM Sans" pitchFamily="2" charset="7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1200" b="1">
                <a:latin typeface="DM Sans" pitchFamily="2" charset="77"/>
              </a:rPr>
              <a:t>  Physical Model:</a:t>
            </a:r>
            <a:r>
              <a:rPr lang="en-GB" sz="1200">
                <a:latin typeface="DM Sans" pitchFamily="2" charset="77"/>
              </a:rPr>
              <a:t> </a:t>
            </a:r>
            <a:br>
              <a:rPr lang="en-GB" sz="1200">
                <a:latin typeface="DM Sans" pitchFamily="2" charset="77"/>
              </a:rPr>
            </a:br>
            <a:endParaRPr lang="en-GB" sz="1200">
              <a:latin typeface="DM Sans" pitchFamily="2" charset="77"/>
            </a:endParaRPr>
          </a:p>
          <a:p>
            <a:r>
              <a:rPr lang="en-GB" sz="1200">
                <a:latin typeface="DM Sans" pitchFamily="2" charset="77"/>
              </a:rPr>
              <a:t>      - Provide the </a:t>
            </a:r>
            <a:r>
              <a:rPr lang="en-GB" sz="1200" b="1">
                <a:latin typeface="DM Sans" pitchFamily="2" charset="77"/>
              </a:rPr>
              <a:t>SQL DDL </a:t>
            </a:r>
            <a:r>
              <a:rPr lang="en-GB" sz="1200">
                <a:latin typeface="DM Sans" pitchFamily="2" charset="77"/>
              </a:rPr>
              <a:t>script. You must specify: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200">
                <a:latin typeface="DM Sans" pitchFamily="2" charset="77"/>
              </a:rPr>
              <a:t>Data types (e.g., VARCHAR, TIMESTAMP, DECIMAL).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200">
                <a:latin typeface="DM Sans" pitchFamily="2" charset="77"/>
              </a:rPr>
              <a:t>Integrity constraints (NOT NULL, UNIQUE, CHECK constraints for bike battery levels).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200">
                <a:latin typeface="DM Sans" pitchFamily="2" charset="77"/>
              </a:rPr>
              <a:t>Foreign Keys and Foreigh Keys actions (ON DELETE CASCADE, etc.)</a:t>
            </a:r>
          </a:p>
          <a:p>
            <a:pPr marL="457200" lvl="1"/>
            <a:endParaRPr lang="en-GB" sz="1200">
              <a:latin typeface="DM Sans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6735BF-118C-039B-377A-B01E1D794924}"/>
              </a:ext>
            </a:extLst>
          </p:cNvPr>
          <p:cNvSpPr txBox="1"/>
          <p:nvPr/>
        </p:nvSpPr>
        <p:spPr>
          <a:xfrm>
            <a:off x="921026" y="3658276"/>
            <a:ext cx="44262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1200">
                <a:latin typeface="DM Sans" pitchFamily="2" charset="77"/>
              </a:rPr>
              <a:t>- Provice also a </a:t>
            </a:r>
            <a:r>
              <a:rPr lang="en-IT" sz="1200" b="1">
                <a:latin typeface="DM Sans" pitchFamily="2" charset="77"/>
              </a:rPr>
              <a:t>SQL DML </a:t>
            </a:r>
            <a:r>
              <a:rPr lang="en-IT" sz="1200">
                <a:latin typeface="DM Sans" pitchFamily="2" charset="77"/>
              </a:rPr>
              <a:t>script to initially populate your DB</a:t>
            </a:r>
          </a:p>
        </p:txBody>
      </p:sp>
    </p:spTree>
    <p:extLst>
      <p:ext uri="{BB962C8B-B14F-4D97-AF65-F5344CB8AC3E}">
        <p14:creationId xmlns:p14="http://schemas.microsoft.com/office/powerpoint/2010/main" val="17001374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257">
          <a:extLst>
            <a:ext uri="{FF2B5EF4-FFF2-40B4-BE49-F238E27FC236}">
              <a16:creationId xmlns:a16="http://schemas.microsoft.com/office/drawing/2014/main" id="{89BA7A2F-163A-A156-AF00-2EF2287C4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p42">
            <a:extLst>
              <a:ext uri="{FF2B5EF4-FFF2-40B4-BE49-F238E27FC236}">
                <a16:creationId xmlns:a16="http://schemas.microsoft.com/office/drawing/2014/main" id="{85EE496C-8B4C-E254-65F3-7204653422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/>
              <a:t>Deliverables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7A43DF0-5A24-DD7C-B826-6520168A44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224" y="1208225"/>
            <a:ext cx="7231453" cy="3264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endParaRPr lang="en-GB" sz="1200">
              <a:latin typeface="DM Sa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1BB821-A0D3-B83D-450C-3A78EDD7DAF7}"/>
              </a:ext>
            </a:extLst>
          </p:cNvPr>
          <p:cNvSpPr txBox="1"/>
          <p:nvPr/>
        </p:nvSpPr>
        <p:spPr>
          <a:xfrm>
            <a:off x="713224" y="1417720"/>
            <a:ext cx="7277837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1" dirty="0">
                <a:latin typeface="DM Sans" pitchFamily="2" charset="77"/>
              </a:rPr>
              <a:t>3. Advanced Analytical Reports</a:t>
            </a:r>
            <a:br>
              <a:rPr lang="en-GB" sz="1200" b="1" dirty="0">
                <a:latin typeface="DM Sans" pitchFamily="2" charset="77"/>
              </a:rPr>
            </a:br>
            <a:endParaRPr lang="en-GB" sz="1200" b="1" dirty="0">
              <a:latin typeface="DM Sans" pitchFamily="2" charset="77"/>
            </a:endParaRPr>
          </a:p>
          <a:p>
            <a:r>
              <a:rPr lang="en-GB" sz="1200" dirty="0">
                <a:latin typeface="DM Sans" pitchFamily="2" charset="77"/>
              </a:rPr>
              <a:t>The city council needs insights. You must provide the SQL code for the following "Business Intelligence" reports:</a:t>
            </a:r>
            <a:br>
              <a:rPr lang="en-GB" sz="1200" dirty="0">
                <a:latin typeface="DM Sans" pitchFamily="2" charset="77"/>
              </a:rPr>
            </a:br>
            <a:endParaRPr lang="en-GB" sz="1200" dirty="0">
              <a:latin typeface="DM Sans" pitchFamily="2" charset="7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1" dirty="0">
                <a:latin typeface="DM Sans" pitchFamily="2" charset="77"/>
              </a:rPr>
              <a:t>Station Popularity:</a:t>
            </a:r>
            <a:r>
              <a:rPr lang="en-GB" sz="1200" dirty="0">
                <a:latin typeface="DM Sans" pitchFamily="2" charset="77"/>
              </a:rPr>
              <a:t> A list of the top 5 stations where rides most frequently start.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1" dirty="0">
                <a:latin typeface="DM Sans" pitchFamily="2" charset="77"/>
              </a:rPr>
              <a:t>Revenue Analysis:</a:t>
            </a:r>
            <a:r>
              <a:rPr lang="en-GB" sz="1200" dirty="0">
                <a:latin typeface="DM Sans" pitchFamily="2" charset="77"/>
              </a:rPr>
              <a:t> Calculate the total monthly revenue grouped by membership type (e.g., "Pay-as-you-go" vs. "Monthly Subscriber").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1" dirty="0">
                <a:latin typeface="DM Sans" pitchFamily="2" charset="77"/>
              </a:rPr>
              <a:t>Maintenance Alert:</a:t>
            </a:r>
            <a:r>
              <a:rPr lang="en-GB" sz="1200" dirty="0">
                <a:latin typeface="DM Sans" pitchFamily="2" charset="77"/>
              </a:rPr>
              <a:t> A query using a </a:t>
            </a:r>
            <a:r>
              <a:rPr lang="en-GB" dirty="0">
                <a:latin typeface="DM Sans" pitchFamily="2" charset="77"/>
              </a:rPr>
              <a:t>JOIN</a:t>
            </a:r>
            <a:r>
              <a:rPr lang="en-GB" sz="1200" dirty="0">
                <a:latin typeface="DM Sans" pitchFamily="2" charset="77"/>
              </a:rPr>
              <a:t> to find all Electric Bikes with a battery level below 20% that are currently docked.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1" dirty="0">
                <a:latin typeface="DM Sans" pitchFamily="2" charset="77"/>
              </a:rPr>
              <a:t>User </a:t>
            </a:r>
            <a:r>
              <a:rPr lang="en-GB" sz="1200" b="1" dirty="0" err="1">
                <a:latin typeface="DM Sans" pitchFamily="2" charset="77"/>
              </a:rPr>
              <a:t>Behavior</a:t>
            </a:r>
            <a:r>
              <a:rPr lang="en-GB" sz="1200" b="1" dirty="0">
                <a:latin typeface="DM Sans" pitchFamily="2" charset="77"/>
              </a:rPr>
              <a:t>:</a:t>
            </a:r>
            <a:r>
              <a:rPr lang="en-GB" sz="1200" dirty="0">
                <a:latin typeface="DM Sans" pitchFamily="2" charset="77"/>
              </a:rPr>
              <a:t> Find users who have ridden more than the average distance, sorted by ridden distance.</a:t>
            </a:r>
          </a:p>
        </p:txBody>
      </p:sp>
    </p:spTree>
    <p:extLst>
      <p:ext uri="{BB962C8B-B14F-4D97-AF65-F5344CB8AC3E}">
        <p14:creationId xmlns:p14="http://schemas.microsoft.com/office/powerpoint/2010/main" val="35652047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257">
          <a:extLst>
            <a:ext uri="{FF2B5EF4-FFF2-40B4-BE49-F238E27FC236}">
              <a16:creationId xmlns:a16="http://schemas.microsoft.com/office/drawing/2014/main" id="{380B7BDA-1F4D-E342-73BD-76D5F2A45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p42">
            <a:extLst>
              <a:ext uri="{FF2B5EF4-FFF2-40B4-BE49-F238E27FC236}">
                <a16:creationId xmlns:a16="http://schemas.microsoft.com/office/drawing/2014/main" id="{110E1652-7E1E-72E3-B48B-71B8C1E9F3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/>
              <a:t>Getting started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6EFC4B8-D306-CB72-E0DB-D3D8A04143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224" y="1208225"/>
            <a:ext cx="7231453" cy="3264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endParaRPr lang="en-GB" sz="1200">
              <a:latin typeface="DM Sa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10BC0B-EB55-9857-0DA0-0A308CF4999B}"/>
              </a:ext>
            </a:extLst>
          </p:cNvPr>
          <p:cNvSpPr txBox="1"/>
          <p:nvPr/>
        </p:nvSpPr>
        <p:spPr>
          <a:xfrm>
            <a:off x="713224" y="1417720"/>
            <a:ext cx="7277837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>
                <a:solidFill>
                  <a:schemeClr val="tx2"/>
                </a:solidFill>
                <a:latin typeface="DM Sans" pitchFamily="2" charset="77"/>
              </a:rPr>
              <a:t>I recommend starting with a simple pen-and-paper sketch of your entities before moving to a digital E-R tool. </a:t>
            </a:r>
          </a:p>
          <a:p>
            <a:endParaRPr lang="en-GB">
              <a:solidFill>
                <a:schemeClr val="tx2"/>
              </a:solidFill>
              <a:latin typeface="DM Sans" pitchFamily="2" charset="77"/>
            </a:endParaRPr>
          </a:p>
          <a:p>
            <a:r>
              <a:rPr lang="en-GB">
                <a:solidFill>
                  <a:schemeClr val="tx2"/>
                </a:solidFill>
                <a:latin typeface="DM Sans" pitchFamily="2" charset="77"/>
              </a:rPr>
              <a:t>Remember, a mistake in the conceptual phase is cheap to fix; a mistake in the physical phase requires rewriting your entire DDL script!</a:t>
            </a:r>
          </a:p>
        </p:txBody>
      </p:sp>
    </p:spTree>
    <p:extLst>
      <p:ext uri="{BB962C8B-B14F-4D97-AF65-F5344CB8AC3E}">
        <p14:creationId xmlns:p14="http://schemas.microsoft.com/office/powerpoint/2010/main" val="6421914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37"/>
          <p:cNvSpPr txBox="1">
            <a:spLocks noGrp="1"/>
          </p:cNvSpPr>
          <p:nvPr>
            <p:ph type="title"/>
          </p:nvPr>
        </p:nvSpPr>
        <p:spPr>
          <a:xfrm>
            <a:off x="5302675" y="2703800"/>
            <a:ext cx="3128100" cy="107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END</a:t>
            </a:r>
            <a:endParaRPr/>
          </a:p>
        </p:txBody>
      </p:sp>
      <p:sp>
        <p:nvSpPr>
          <p:cNvPr id="1081" name="Google Shape;1081;p37"/>
          <p:cNvSpPr txBox="1">
            <a:spLocks noGrp="1"/>
          </p:cNvSpPr>
          <p:nvPr>
            <p:ph type="subTitle" idx="1"/>
          </p:nvPr>
        </p:nvSpPr>
        <p:spPr>
          <a:xfrm>
            <a:off x="5302675" y="3673475"/>
            <a:ext cx="3128100" cy="68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b="1">
                <a:solidFill>
                  <a:schemeClr val="tx2"/>
                </a:solidFill>
              </a:rPr>
              <a:t>Fifth Day </a:t>
            </a:r>
            <a:br>
              <a:rPr lang="it-IT"/>
            </a:br>
            <a:br>
              <a:rPr lang="it-IT"/>
            </a:br>
            <a:r>
              <a:rPr lang="it-IT" i="1"/>
              <a:t>Data Management and Warehousing</a:t>
            </a:r>
            <a:endParaRPr i="1"/>
          </a:p>
        </p:txBody>
      </p:sp>
      <p:grpSp>
        <p:nvGrpSpPr>
          <p:cNvPr id="1082" name="Google Shape;1082;p37"/>
          <p:cNvGrpSpPr/>
          <p:nvPr/>
        </p:nvGrpSpPr>
        <p:grpSpPr>
          <a:xfrm>
            <a:off x="1137536" y="699006"/>
            <a:ext cx="3412448" cy="3413484"/>
            <a:chOff x="1017285" y="809699"/>
            <a:chExt cx="3497794" cy="3498857"/>
          </a:xfrm>
        </p:grpSpPr>
        <p:sp>
          <p:nvSpPr>
            <p:cNvPr id="1083" name="Google Shape;1083;p37"/>
            <p:cNvSpPr/>
            <p:nvPr/>
          </p:nvSpPr>
          <p:spPr>
            <a:xfrm>
              <a:off x="3785701" y="2959800"/>
              <a:ext cx="483175" cy="476826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rgbClr val="FF7A7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DM Sans 14pt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4" name="Google Shape;1084;p37"/>
            <p:cNvSpPr/>
            <p:nvPr/>
          </p:nvSpPr>
          <p:spPr>
            <a:xfrm>
              <a:off x="4506379" y="2776855"/>
              <a:ext cx="8700" cy="25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DM Sans 14pt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5" name="Google Shape;1085;p37"/>
            <p:cNvSpPr/>
            <p:nvPr/>
          </p:nvSpPr>
          <p:spPr>
            <a:xfrm>
              <a:off x="4506379" y="2776855"/>
              <a:ext cx="8700" cy="2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DM Sans 14pt" pitchFamily="2" charset="77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86" name="Google Shape;1086;p37"/>
            <p:cNvGrpSpPr/>
            <p:nvPr/>
          </p:nvGrpSpPr>
          <p:grpSpPr>
            <a:xfrm>
              <a:off x="2291675" y="1423158"/>
              <a:ext cx="2214703" cy="1379528"/>
              <a:chOff x="2291675" y="1423158"/>
              <a:chExt cx="2214703" cy="1379528"/>
            </a:xfrm>
          </p:grpSpPr>
          <p:sp>
            <p:nvSpPr>
              <p:cNvPr id="1087" name="Google Shape;1087;p37"/>
              <p:cNvSpPr/>
              <p:nvPr/>
            </p:nvSpPr>
            <p:spPr>
              <a:xfrm>
                <a:off x="2291675" y="1423158"/>
                <a:ext cx="2214703" cy="1379528"/>
              </a:xfrm>
              <a:custGeom>
                <a:avLst/>
                <a:gdLst/>
                <a:ahLst/>
                <a:cxnLst/>
                <a:rect l="l" t="t" r="r" b="b"/>
                <a:pathLst>
                  <a:path w="2533" h="1577" extrusionOk="0">
                    <a:moveTo>
                      <a:pt x="47" y="0"/>
                    </a:moveTo>
                    <a:cubicBezTo>
                      <a:pt x="2485" y="0"/>
                      <a:pt x="2485" y="0"/>
                      <a:pt x="2485" y="0"/>
                    </a:cubicBezTo>
                    <a:cubicBezTo>
                      <a:pt x="2512" y="0"/>
                      <a:pt x="2533" y="21"/>
                      <a:pt x="2533" y="48"/>
                    </a:cubicBezTo>
                    <a:cubicBezTo>
                      <a:pt x="2533" y="1577"/>
                      <a:pt x="2533" y="1577"/>
                      <a:pt x="2533" y="1577"/>
                    </a:cubicBezTo>
                    <a:cubicBezTo>
                      <a:pt x="0" y="1577"/>
                      <a:pt x="0" y="1577"/>
                      <a:pt x="0" y="1577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0" y="21"/>
                      <a:pt x="21" y="0"/>
                      <a:pt x="47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DM Sans 14pt" pitchFamily="2" charset="77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8" name="Google Shape;1088;p37"/>
              <p:cNvSpPr/>
              <p:nvPr/>
            </p:nvSpPr>
            <p:spPr>
              <a:xfrm>
                <a:off x="3273351" y="2692523"/>
                <a:ext cx="262800" cy="46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DM Sans 14pt" pitchFamily="2" charset="77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9" name="Google Shape;1089;p37"/>
              <p:cNvSpPr/>
              <p:nvPr/>
            </p:nvSpPr>
            <p:spPr>
              <a:xfrm>
                <a:off x="2291675" y="2776855"/>
                <a:ext cx="2214600" cy="258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DM Sans 14pt" pitchFamily="2" charset="77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0" name="Google Shape;1090;p37"/>
              <p:cNvSpPr/>
              <p:nvPr/>
            </p:nvSpPr>
            <p:spPr>
              <a:xfrm>
                <a:off x="2368209" y="1492996"/>
                <a:ext cx="2061633" cy="1161406"/>
              </a:xfrm>
              <a:custGeom>
                <a:avLst/>
                <a:gdLst/>
                <a:ahLst/>
                <a:cxnLst/>
                <a:rect l="l" t="t" r="r" b="b"/>
                <a:pathLst>
                  <a:path w="2357" h="1328" extrusionOk="0">
                    <a:moveTo>
                      <a:pt x="24" y="0"/>
                    </a:moveTo>
                    <a:cubicBezTo>
                      <a:pt x="2333" y="0"/>
                      <a:pt x="2333" y="0"/>
                      <a:pt x="2333" y="0"/>
                    </a:cubicBezTo>
                    <a:cubicBezTo>
                      <a:pt x="2346" y="0"/>
                      <a:pt x="2357" y="10"/>
                      <a:pt x="2357" y="23"/>
                    </a:cubicBezTo>
                    <a:cubicBezTo>
                      <a:pt x="2357" y="1304"/>
                      <a:pt x="2357" y="1304"/>
                      <a:pt x="2357" y="1304"/>
                    </a:cubicBezTo>
                    <a:cubicBezTo>
                      <a:pt x="2357" y="1318"/>
                      <a:pt x="2346" y="1328"/>
                      <a:pt x="2333" y="1328"/>
                    </a:cubicBezTo>
                    <a:cubicBezTo>
                      <a:pt x="24" y="1328"/>
                      <a:pt x="24" y="1328"/>
                      <a:pt x="24" y="1328"/>
                    </a:cubicBezTo>
                    <a:cubicBezTo>
                      <a:pt x="10" y="1328"/>
                      <a:pt x="0" y="1318"/>
                      <a:pt x="0" y="1304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10"/>
                      <a:pt x="10" y="0"/>
                      <a:pt x="2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DM Sans 14pt" pitchFamily="2" charset="77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1" name="Google Shape;1091;p37"/>
              <p:cNvSpPr/>
              <p:nvPr/>
            </p:nvSpPr>
            <p:spPr>
              <a:xfrm>
                <a:off x="2990048" y="1492996"/>
                <a:ext cx="1171927" cy="1161406"/>
              </a:xfrm>
              <a:custGeom>
                <a:avLst/>
                <a:gdLst/>
                <a:ahLst/>
                <a:cxnLst/>
                <a:rect l="l" t="t" r="r" b="b"/>
                <a:pathLst>
                  <a:path w="1225" h="1214" extrusionOk="0">
                    <a:moveTo>
                      <a:pt x="0" y="1214"/>
                    </a:moveTo>
                    <a:lnTo>
                      <a:pt x="416" y="1214"/>
                    </a:lnTo>
                    <a:lnTo>
                      <a:pt x="1225" y="0"/>
                    </a:lnTo>
                    <a:lnTo>
                      <a:pt x="808" y="0"/>
                    </a:lnTo>
                    <a:lnTo>
                      <a:pt x="0" y="121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DM Sans 14pt" pitchFamily="2" charset="77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2" name="Google Shape;1092;p37"/>
              <p:cNvSpPr/>
              <p:nvPr/>
            </p:nvSpPr>
            <p:spPr>
              <a:xfrm>
                <a:off x="2648515" y="1492996"/>
                <a:ext cx="971982" cy="1161406"/>
              </a:xfrm>
              <a:custGeom>
                <a:avLst/>
                <a:gdLst/>
                <a:ahLst/>
                <a:cxnLst/>
                <a:rect l="l" t="t" r="r" b="b"/>
                <a:pathLst>
                  <a:path w="1016" h="1214" extrusionOk="0">
                    <a:moveTo>
                      <a:pt x="0" y="1214"/>
                    </a:moveTo>
                    <a:lnTo>
                      <a:pt x="208" y="1214"/>
                    </a:lnTo>
                    <a:lnTo>
                      <a:pt x="1016" y="0"/>
                    </a:lnTo>
                    <a:lnTo>
                      <a:pt x="809" y="0"/>
                    </a:lnTo>
                    <a:lnTo>
                      <a:pt x="0" y="121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DM Sans 14pt" pitchFamily="2" charset="77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93" name="Google Shape;1093;p37"/>
            <p:cNvGrpSpPr/>
            <p:nvPr/>
          </p:nvGrpSpPr>
          <p:grpSpPr>
            <a:xfrm flipH="1">
              <a:off x="1017285" y="1615136"/>
              <a:ext cx="1176885" cy="2693420"/>
              <a:chOff x="1553545" y="1817994"/>
              <a:chExt cx="1123518" cy="2571284"/>
            </a:xfrm>
          </p:grpSpPr>
          <p:grpSp>
            <p:nvGrpSpPr>
              <p:cNvPr id="1094" name="Google Shape;1094;p37"/>
              <p:cNvGrpSpPr/>
              <p:nvPr/>
            </p:nvGrpSpPr>
            <p:grpSpPr>
              <a:xfrm>
                <a:off x="1553545" y="1817994"/>
                <a:ext cx="1123518" cy="2571284"/>
                <a:chOff x="1553545" y="1817994"/>
                <a:chExt cx="1123518" cy="2571284"/>
              </a:xfrm>
            </p:grpSpPr>
            <p:sp>
              <p:nvSpPr>
                <p:cNvPr id="1095" name="Google Shape;1095;p37"/>
                <p:cNvSpPr/>
                <p:nvPr/>
              </p:nvSpPr>
              <p:spPr>
                <a:xfrm>
                  <a:off x="1553545" y="2564602"/>
                  <a:ext cx="350879" cy="1623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879" h="162321" extrusionOk="0">
                      <a:moveTo>
                        <a:pt x="350880" y="72485"/>
                      </a:moveTo>
                      <a:cubicBezTo>
                        <a:pt x="320971" y="49244"/>
                        <a:pt x="291634" y="25146"/>
                        <a:pt x="263154" y="0"/>
                      </a:cubicBezTo>
                      <a:lnTo>
                        <a:pt x="154188" y="57912"/>
                      </a:lnTo>
                      <a:lnTo>
                        <a:pt x="146283" y="61531"/>
                      </a:lnTo>
                      <a:cubicBezTo>
                        <a:pt x="145616" y="62103"/>
                        <a:pt x="144854" y="62674"/>
                        <a:pt x="144187" y="63246"/>
                      </a:cubicBezTo>
                      <a:lnTo>
                        <a:pt x="133519" y="68866"/>
                      </a:lnTo>
                      <a:cubicBezTo>
                        <a:pt x="132567" y="69247"/>
                        <a:pt x="131805" y="69818"/>
                        <a:pt x="131043" y="70485"/>
                      </a:cubicBezTo>
                      <a:cubicBezTo>
                        <a:pt x="118184" y="73628"/>
                        <a:pt x="49604" y="90869"/>
                        <a:pt x="39412" y="98298"/>
                      </a:cubicBezTo>
                      <a:cubicBezTo>
                        <a:pt x="22077" y="102203"/>
                        <a:pt x="1788" y="107251"/>
                        <a:pt x="74" y="111442"/>
                      </a:cubicBezTo>
                      <a:cubicBezTo>
                        <a:pt x="-2212" y="117157"/>
                        <a:pt x="49223" y="113824"/>
                        <a:pt x="62558" y="114300"/>
                      </a:cubicBezTo>
                      <a:lnTo>
                        <a:pt x="65034" y="115633"/>
                      </a:lnTo>
                      <a:cubicBezTo>
                        <a:pt x="60939" y="118777"/>
                        <a:pt x="37317" y="126873"/>
                        <a:pt x="37317" y="126873"/>
                      </a:cubicBezTo>
                      <a:cubicBezTo>
                        <a:pt x="36174" y="127349"/>
                        <a:pt x="3503" y="140779"/>
                        <a:pt x="8646" y="145066"/>
                      </a:cubicBezTo>
                      <a:cubicBezTo>
                        <a:pt x="13790" y="149447"/>
                        <a:pt x="87323" y="125063"/>
                        <a:pt x="71892" y="130302"/>
                      </a:cubicBezTo>
                      <a:cubicBezTo>
                        <a:pt x="70845" y="130683"/>
                        <a:pt x="9408" y="148209"/>
                        <a:pt x="15123" y="155829"/>
                      </a:cubicBezTo>
                      <a:cubicBezTo>
                        <a:pt x="18933" y="160877"/>
                        <a:pt x="73702" y="144113"/>
                        <a:pt x="76274" y="144685"/>
                      </a:cubicBezTo>
                      <a:cubicBezTo>
                        <a:pt x="78846" y="145256"/>
                        <a:pt x="29697" y="154972"/>
                        <a:pt x="34173" y="161449"/>
                      </a:cubicBezTo>
                      <a:cubicBezTo>
                        <a:pt x="36174" y="164211"/>
                        <a:pt x="60748" y="159734"/>
                        <a:pt x="68749" y="157448"/>
                      </a:cubicBezTo>
                      <a:cubicBezTo>
                        <a:pt x="75702" y="155448"/>
                        <a:pt x="98277" y="149542"/>
                        <a:pt x="133233" y="138113"/>
                      </a:cubicBezTo>
                      <a:cubicBezTo>
                        <a:pt x="172476" y="129254"/>
                        <a:pt x="266774" y="106013"/>
                        <a:pt x="350880" y="72485"/>
                      </a:cubicBez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DM Sans 14pt" pitchFamily="2" charset="77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6" name="Google Shape;1096;p37"/>
                <p:cNvSpPr/>
                <p:nvPr/>
              </p:nvSpPr>
              <p:spPr>
                <a:xfrm>
                  <a:off x="1786988" y="2224592"/>
                  <a:ext cx="307186" cy="4379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186" h="437982" extrusionOk="0">
                      <a:moveTo>
                        <a:pt x="206026" y="37552"/>
                      </a:moveTo>
                      <a:cubicBezTo>
                        <a:pt x="183070" y="84415"/>
                        <a:pt x="98965" y="280725"/>
                        <a:pt x="98965" y="280725"/>
                      </a:cubicBezTo>
                      <a:lnTo>
                        <a:pt x="0" y="336066"/>
                      </a:lnTo>
                      <a:lnTo>
                        <a:pt x="65532" y="437983"/>
                      </a:lnTo>
                      <a:cubicBezTo>
                        <a:pt x="65532" y="437983"/>
                        <a:pt x="158687" y="416171"/>
                        <a:pt x="205264" y="373880"/>
                      </a:cubicBezTo>
                      <a:cubicBezTo>
                        <a:pt x="250222" y="333208"/>
                        <a:pt x="307848" y="64984"/>
                        <a:pt x="307181" y="976"/>
                      </a:cubicBezTo>
                      <a:cubicBezTo>
                        <a:pt x="307181" y="976"/>
                        <a:pt x="228981" y="-9406"/>
                        <a:pt x="206026" y="3755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DM Sans 14pt" pitchFamily="2" charset="77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7" name="Google Shape;1097;p37"/>
                <p:cNvSpPr/>
                <p:nvPr/>
              </p:nvSpPr>
              <p:spPr>
                <a:xfrm>
                  <a:off x="2049592" y="2091170"/>
                  <a:ext cx="99441" cy="994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441" h="99441" extrusionOk="0">
                      <a:moveTo>
                        <a:pt x="49721" y="99441"/>
                      </a:moveTo>
                      <a:cubicBezTo>
                        <a:pt x="22289" y="99441"/>
                        <a:pt x="0" y="77153"/>
                        <a:pt x="0" y="49721"/>
                      </a:cubicBezTo>
                      <a:cubicBezTo>
                        <a:pt x="0" y="22288"/>
                        <a:pt x="22289" y="0"/>
                        <a:pt x="49721" y="0"/>
                      </a:cubicBezTo>
                      <a:cubicBezTo>
                        <a:pt x="77153" y="0"/>
                        <a:pt x="99441" y="22288"/>
                        <a:pt x="99441" y="49721"/>
                      </a:cubicBezTo>
                      <a:cubicBezTo>
                        <a:pt x="99441" y="77153"/>
                        <a:pt x="77057" y="99441"/>
                        <a:pt x="49721" y="99441"/>
                      </a:cubicBezTo>
                      <a:close/>
                      <a:moveTo>
                        <a:pt x="49721" y="4477"/>
                      </a:moveTo>
                      <a:cubicBezTo>
                        <a:pt x="24765" y="4477"/>
                        <a:pt x="4382" y="24765"/>
                        <a:pt x="4382" y="49816"/>
                      </a:cubicBezTo>
                      <a:cubicBezTo>
                        <a:pt x="4382" y="74867"/>
                        <a:pt x="24670" y="95155"/>
                        <a:pt x="49721" y="95155"/>
                      </a:cubicBezTo>
                      <a:cubicBezTo>
                        <a:pt x="74771" y="95155"/>
                        <a:pt x="95060" y="74867"/>
                        <a:pt x="95060" y="49816"/>
                      </a:cubicBezTo>
                      <a:cubicBezTo>
                        <a:pt x="95060" y="24765"/>
                        <a:pt x="74676" y="4477"/>
                        <a:pt x="49721" y="4477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DM Sans 14pt" pitchFamily="2" charset="77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8" name="Google Shape;1098;p37"/>
                <p:cNvSpPr/>
                <p:nvPr/>
              </p:nvSpPr>
              <p:spPr>
                <a:xfrm>
                  <a:off x="2073164" y="1898589"/>
                  <a:ext cx="248512" cy="2564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8512" h="256494" extrusionOk="0">
                      <a:moveTo>
                        <a:pt x="336" y="101713"/>
                      </a:moveTo>
                      <a:cubicBezTo>
                        <a:pt x="-3379" y="84377"/>
                        <a:pt x="24625" y="39610"/>
                        <a:pt x="39198" y="29418"/>
                      </a:cubicBezTo>
                      <a:cubicBezTo>
                        <a:pt x="56915" y="17131"/>
                        <a:pt x="76917" y="8654"/>
                        <a:pt x="97872" y="3510"/>
                      </a:cubicBezTo>
                      <a:cubicBezTo>
                        <a:pt x="142163" y="-7253"/>
                        <a:pt x="183121" y="7320"/>
                        <a:pt x="215601" y="39229"/>
                      </a:cubicBezTo>
                      <a:cubicBezTo>
                        <a:pt x="319042" y="140956"/>
                        <a:pt x="145592" y="256494"/>
                        <a:pt x="145592" y="256494"/>
                      </a:cubicBez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DM Sans 14pt" pitchFamily="2" charset="77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9" name="Google Shape;1099;p37"/>
                <p:cNvSpPr/>
                <p:nvPr/>
              </p:nvSpPr>
              <p:spPr>
                <a:xfrm>
                  <a:off x="2156177" y="1817994"/>
                  <a:ext cx="96012" cy="96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012" h="96011" extrusionOk="0">
                      <a:moveTo>
                        <a:pt x="96012" y="48006"/>
                      </a:moveTo>
                      <a:cubicBezTo>
                        <a:pt x="96012" y="74519"/>
                        <a:pt x="74519" y="96012"/>
                        <a:pt x="48006" y="96012"/>
                      </a:cubicBezTo>
                      <a:cubicBezTo>
                        <a:pt x="21493" y="96012"/>
                        <a:pt x="0" y="74519"/>
                        <a:pt x="0" y="48006"/>
                      </a:cubicBezTo>
                      <a:cubicBezTo>
                        <a:pt x="0" y="21493"/>
                        <a:pt x="21493" y="0"/>
                        <a:pt x="48006" y="0"/>
                      </a:cubicBezTo>
                      <a:cubicBezTo>
                        <a:pt x="74519" y="0"/>
                        <a:pt x="96012" y="21493"/>
                        <a:pt x="96012" y="4800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DM Sans 14pt" pitchFamily="2" charset="77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0" name="Google Shape;1100;p37"/>
                <p:cNvSpPr/>
                <p:nvPr/>
              </p:nvSpPr>
              <p:spPr>
                <a:xfrm>
                  <a:off x="2295432" y="1910862"/>
                  <a:ext cx="96011" cy="96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011" h="96012" extrusionOk="0">
                      <a:moveTo>
                        <a:pt x="0" y="48006"/>
                      </a:moveTo>
                      <a:cubicBezTo>
                        <a:pt x="0" y="21431"/>
                        <a:pt x="21526" y="0"/>
                        <a:pt x="48006" y="0"/>
                      </a:cubicBezTo>
                      <a:cubicBezTo>
                        <a:pt x="74486" y="0"/>
                        <a:pt x="96012" y="21526"/>
                        <a:pt x="96012" y="48006"/>
                      </a:cubicBezTo>
                      <a:cubicBezTo>
                        <a:pt x="96012" y="74485"/>
                        <a:pt x="74486" y="96012"/>
                        <a:pt x="48006" y="96012"/>
                      </a:cubicBezTo>
                      <a:cubicBezTo>
                        <a:pt x="21526" y="96012"/>
                        <a:pt x="0" y="74581"/>
                        <a:pt x="0" y="4800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DM Sans 14pt" pitchFamily="2" charset="77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1" name="Google Shape;1101;p37"/>
                <p:cNvSpPr/>
                <p:nvPr/>
              </p:nvSpPr>
              <p:spPr>
                <a:xfrm>
                  <a:off x="2066236" y="1927089"/>
                  <a:ext cx="223453" cy="4403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453" h="440306" extrusionOk="0">
                      <a:moveTo>
                        <a:pt x="180619" y="116551"/>
                      </a:moveTo>
                      <a:cubicBezTo>
                        <a:pt x="180714" y="118933"/>
                        <a:pt x="182809" y="120647"/>
                        <a:pt x="185095" y="120457"/>
                      </a:cubicBezTo>
                      <a:cubicBezTo>
                        <a:pt x="194811" y="119504"/>
                        <a:pt x="217195" y="115504"/>
                        <a:pt x="222624" y="140745"/>
                      </a:cubicBezTo>
                      <a:cubicBezTo>
                        <a:pt x="228148" y="166272"/>
                        <a:pt x="204812" y="182941"/>
                        <a:pt x="190048" y="185131"/>
                      </a:cubicBezTo>
                      <a:cubicBezTo>
                        <a:pt x="185762" y="185703"/>
                        <a:pt x="165379" y="202467"/>
                        <a:pt x="162807" y="205896"/>
                      </a:cubicBezTo>
                      <a:cubicBezTo>
                        <a:pt x="154711" y="216373"/>
                        <a:pt x="174427" y="319434"/>
                        <a:pt x="178809" y="351533"/>
                      </a:cubicBezTo>
                      <a:cubicBezTo>
                        <a:pt x="187000" y="411445"/>
                        <a:pt x="98704" y="440306"/>
                        <a:pt x="98704" y="440306"/>
                      </a:cubicBezTo>
                      <a:cubicBezTo>
                        <a:pt x="98704" y="440306"/>
                        <a:pt x="48126" y="426876"/>
                        <a:pt x="42887" y="351533"/>
                      </a:cubicBezTo>
                      <a:cubicBezTo>
                        <a:pt x="42887" y="351533"/>
                        <a:pt x="45173" y="205801"/>
                        <a:pt x="44411" y="205134"/>
                      </a:cubicBezTo>
                      <a:cubicBezTo>
                        <a:pt x="31457" y="194275"/>
                        <a:pt x="-15311" y="193228"/>
                        <a:pt x="5073" y="91977"/>
                      </a:cubicBezTo>
                      <a:cubicBezTo>
                        <a:pt x="23932" y="-1749"/>
                        <a:pt x="91560" y="-1178"/>
                        <a:pt x="108895" y="346"/>
                      </a:cubicBezTo>
                      <a:cubicBezTo>
                        <a:pt x="123659" y="1680"/>
                        <a:pt x="173856" y="346"/>
                        <a:pt x="180619" y="116551"/>
                      </a:cubicBez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DM Sans 14pt" pitchFamily="2" charset="77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2" name="Google Shape;1102;p37"/>
                <p:cNvSpPr/>
                <p:nvPr/>
              </p:nvSpPr>
              <p:spPr>
                <a:xfrm>
                  <a:off x="2127316" y="1917239"/>
                  <a:ext cx="133661" cy="999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661" h="99928" extrusionOk="0">
                      <a:moveTo>
                        <a:pt x="0" y="5434"/>
                      </a:moveTo>
                      <a:cubicBezTo>
                        <a:pt x="0" y="5434"/>
                        <a:pt x="20479" y="120496"/>
                        <a:pt x="128778" y="96684"/>
                      </a:cubicBezTo>
                      <a:cubicBezTo>
                        <a:pt x="128683" y="96684"/>
                        <a:pt x="172402" y="-27046"/>
                        <a:pt x="0" y="5434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DM Sans 14pt" pitchFamily="2" charset="77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3" name="Google Shape;1103;p37"/>
                <p:cNvSpPr/>
                <p:nvPr/>
              </p:nvSpPr>
              <p:spPr>
                <a:xfrm>
                  <a:off x="2244664" y="2065805"/>
                  <a:ext cx="33813" cy="245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813" h="24508" extrusionOk="0">
                      <a:moveTo>
                        <a:pt x="33814" y="10411"/>
                      </a:moveTo>
                      <a:cubicBezTo>
                        <a:pt x="33814" y="10411"/>
                        <a:pt x="15621" y="-20640"/>
                        <a:pt x="0" y="24508"/>
                      </a:cubicBezTo>
                    </a:path>
                  </a:pathLst>
                </a:custGeom>
                <a:solidFill>
                  <a:srgbClr val="8F5D48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DM Sans 14pt" pitchFamily="2" charset="77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4" name="Google Shape;1104;p37"/>
                <p:cNvSpPr/>
                <p:nvPr/>
              </p:nvSpPr>
              <p:spPr>
                <a:xfrm>
                  <a:off x="2134841" y="1998536"/>
                  <a:ext cx="20596" cy="158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96" h="15882" extrusionOk="0">
                      <a:moveTo>
                        <a:pt x="19145" y="15197"/>
                      </a:moveTo>
                      <a:cubicBezTo>
                        <a:pt x="22574" y="19197"/>
                        <a:pt x="19526" y="4529"/>
                        <a:pt x="14192" y="1576"/>
                      </a:cubicBezTo>
                      <a:cubicBezTo>
                        <a:pt x="8953" y="-1377"/>
                        <a:pt x="2572" y="-43"/>
                        <a:pt x="0" y="4433"/>
                      </a:cubicBezTo>
                      <a:cubicBezTo>
                        <a:pt x="0" y="4433"/>
                        <a:pt x="10954" y="5576"/>
                        <a:pt x="19145" y="1519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DM Sans 14pt" pitchFamily="2" charset="77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5" name="Google Shape;1105;p37"/>
                <p:cNvSpPr/>
                <p:nvPr/>
              </p:nvSpPr>
              <p:spPr>
                <a:xfrm>
                  <a:off x="2084558" y="1984965"/>
                  <a:ext cx="23231" cy="9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31" h="9817" extrusionOk="0">
                      <a:moveTo>
                        <a:pt x="1324" y="9622"/>
                      </a:moveTo>
                      <a:cubicBezTo>
                        <a:pt x="-3533" y="11432"/>
                        <a:pt x="6087" y="97"/>
                        <a:pt x="12183" y="2"/>
                      </a:cubicBezTo>
                      <a:cubicBezTo>
                        <a:pt x="18279" y="-94"/>
                        <a:pt x="23232" y="4097"/>
                        <a:pt x="23232" y="9336"/>
                      </a:cubicBezTo>
                      <a:cubicBezTo>
                        <a:pt x="23232" y="9336"/>
                        <a:pt x="13040" y="5145"/>
                        <a:pt x="1324" y="962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DM Sans 14pt" pitchFamily="2" charset="77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6" name="Google Shape;1106;p37"/>
                <p:cNvSpPr/>
                <p:nvPr/>
              </p:nvSpPr>
              <p:spPr>
                <a:xfrm>
                  <a:off x="2131242" y="2024181"/>
                  <a:ext cx="11991" cy="21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99" h="15804" extrusionOk="0">
                      <a:moveTo>
                        <a:pt x="8310" y="9045"/>
                      </a:moveTo>
                      <a:cubicBezTo>
                        <a:pt x="6976" y="13331"/>
                        <a:pt x="4214" y="16379"/>
                        <a:pt x="2118" y="15713"/>
                      </a:cubicBezTo>
                      <a:cubicBezTo>
                        <a:pt x="23" y="15046"/>
                        <a:pt x="-644" y="11045"/>
                        <a:pt x="690" y="6759"/>
                      </a:cubicBezTo>
                      <a:cubicBezTo>
                        <a:pt x="2023" y="2473"/>
                        <a:pt x="4785" y="-575"/>
                        <a:pt x="6881" y="92"/>
                      </a:cubicBezTo>
                      <a:cubicBezTo>
                        <a:pt x="8976" y="663"/>
                        <a:pt x="9643" y="4759"/>
                        <a:pt x="8310" y="904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DM Sans 14pt" pitchFamily="2" charset="77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7" name="Google Shape;1107;p37"/>
                <p:cNvSpPr/>
                <p:nvPr/>
              </p:nvSpPr>
              <p:spPr>
                <a:xfrm>
                  <a:off x="2086775" y="2007961"/>
                  <a:ext cx="11438" cy="201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84" h="15099" extrusionOk="0">
                      <a:moveTo>
                        <a:pt x="7891" y="8645"/>
                      </a:moveTo>
                      <a:cubicBezTo>
                        <a:pt x="6652" y="12741"/>
                        <a:pt x="3985" y="15598"/>
                        <a:pt x="1985" y="15027"/>
                      </a:cubicBezTo>
                      <a:cubicBezTo>
                        <a:pt x="-15" y="14455"/>
                        <a:pt x="-587" y="10550"/>
                        <a:pt x="652" y="6455"/>
                      </a:cubicBezTo>
                      <a:cubicBezTo>
                        <a:pt x="1890" y="2359"/>
                        <a:pt x="4557" y="-499"/>
                        <a:pt x="6557" y="73"/>
                      </a:cubicBezTo>
                      <a:cubicBezTo>
                        <a:pt x="8557" y="644"/>
                        <a:pt x="9224" y="4549"/>
                        <a:pt x="7891" y="864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DM Sans 14pt" pitchFamily="2" charset="77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8" name="Google Shape;1108;p37"/>
                <p:cNvSpPr/>
                <p:nvPr/>
              </p:nvSpPr>
              <p:spPr>
                <a:xfrm>
                  <a:off x="2110672" y="2132223"/>
                  <a:ext cx="69674" cy="302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674" h="30272" extrusionOk="0">
                      <a:moveTo>
                        <a:pt x="70" y="0"/>
                      </a:moveTo>
                      <a:cubicBezTo>
                        <a:pt x="70" y="0"/>
                        <a:pt x="44362" y="4477"/>
                        <a:pt x="66269" y="1143"/>
                      </a:cubicBezTo>
                      <a:cubicBezTo>
                        <a:pt x="88177" y="-2286"/>
                        <a:pt x="-2882" y="69152"/>
                        <a:pt x="70" y="0"/>
                      </a:cubicBezTo>
                      <a:close/>
                    </a:path>
                  </a:pathLst>
                </a:custGeom>
                <a:solidFill>
                  <a:srgbClr val="8F5D48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DM Sans 14pt" pitchFamily="2" charset="77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9" name="Google Shape;1109;p37"/>
                <p:cNvSpPr/>
                <p:nvPr/>
              </p:nvSpPr>
              <p:spPr>
                <a:xfrm>
                  <a:off x="2023112" y="4149142"/>
                  <a:ext cx="120110" cy="1685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110" h="168520" extrusionOk="0">
                      <a:moveTo>
                        <a:pt x="120110" y="2953"/>
                      </a:moveTo>
                      <a:lnTo>
                        <a:pt x="104204" y="115919"/>
                      </a:lnTo>
                      <a:cubicBezTo>
                        <a:pt x="104204" y="115919"/>
                        <a:pt x="78677" y="190881"/>
                        <a:pt x="54959" y="161830"/>
                      </a:cubicBezTo>
                      <a:cubicBezTo>
                        <a:pt x="31242" y="132779"/>
                        <a:pt x="7810" y="117443"/>
                        <a:pt x="7810" y="117443"/>
                      </a:cubicBezTo>
                      <a:lnTo>
                        <a:pt x="0" y="0"/>
                      </a:lnTo>
                      <a:lnTo>
                        <a:pt x="120110" y="2953"/>
                      </a:ln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DM Sans 14pt" pitchFamily="2" charset="77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0" name="Google Shape;1110;p37"/>
                <p:cNvSpPr/>
                <p:nvPr/>
              </p:nvSpPr>
              <p:spPr>
                <a:xfrm>
                  <a:off x="2520889" y="4143237"/>
                  <a:ext cx="101155" cy="1356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155" h="135646" extrusionOk="0">
                      <a:moveTo>
                        <a:pt x="0" y="95"/>
                      </a:moveTo>
                      <a:lnTo>
                        <a:pt x="35147" y="112776"/>
                      </a:lnTo>
                      <a:cubicBezTo>
                        <a:pt x="35147" y="112776"/>
                        <a:pt x="61912" y="136207"/>
                        <a:pt x="71533" y="135636"/>
                      </a:cubicBezTo>
                      <a:cubicBezTo>
                        <a:pt x="89154" y="134493"/>
                        <a:pt x="98298" y="104204"/>
                        <a:pt x="98298" y="104204"/>
                      </a:cubicBezTo>
                      <a:lnTo>
                        <a:pt x="10115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DM Sans 14pt" pitchFamily="2" charset="77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1" name="Google Shape;1111;p37"/>
                <p:cNvSpPr/>
                <p:nvPr/>
              </p:nvSpPr>
              <p:spPr>
                <a:xfrm>
                  <a:off x="1926160" y="4247215"/>
                  <a:ext cx="213243" cy="1063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243" h="106333" extrusionOk="0">
                      <a:moveTo>
                        <a:pt x="96952" y="18799"/>
                      </a:moveTo>
                      <a:lnTo>
                        <a:pt x="2274" y="95475"/>
                      </a:lnTo>
                      <a:cubicBezTo>
                        <a:pt x="-2584" y="99095"/>
                        <a:pt x="845" y="105095"/>
                        <a:pt x="7799" y="105191"/>
                      </a:cubicBezTo>
                      <a:lnTo>
                        <a:pt x="147530" y="106333"/>
                      </a:lnTo>
                      <a:cubicBezTo>
                        <a:pt x="150864" y="106333"/>
                        <a:pt x="153912" y="104810"/>
                        <a:pt x="155055" y="102524"/>
                      </a:cubicBezTo>
                      <a:lnTo>
                        <a:pt x="165628" y="80902"/>
                      </a:lnTo>
                      <a:cubicBezTo>
                        <a:pt x="168676" y="74615"/>
                        <a:pt x="174772" y="74139"/>
                        <a:pt x="174200" y="80807"/>
                      </a:cubicBezTo>
                      <a:lnTo>
                        <a:pt x="179344" y="101666"/>
                      </a:lnTo>
                      <a:cubicBezTo>
                        <a:pt x="179058" y="105000"/>
                        <a:pt x="212491" y="104048"/>
                        <a:pt x="212777" y="101095"/>
                      </a:cubicBezTo>
                      <a:cubicBezTo>
                        <a:pt x="214586" y="82521"/>
                        <a:pt x="210776" y="21942"/>
                        <a:pt x="207442" y="4988"/>
                      </a:cubicBezTo>
                      <a:cubicBezTo>
                        <a:pt x="206966" y="2606"/>
                        <a:pt x="204490" y="606"/>
                        <a:pt x="201156" y="130"/>
                      </a:cubicBezTo>
                      <a:lnTo>
                        <a:pt x="201156" y="130"/>
                      </a:lnTo>
                      <a:cubicBezTo>
                        <a:pt x="198203" y="-346"/>
                        <a:pt x="195155" y="511"/>
                        <a:pt x="193346" y="2321"/>
                      </a:cubicBezTo>
                      <a:cubicBezTo>
                        <a:pt x="183916" y="11465"/>
                        <a:pt x="153721" y="38897"/>
                        <a:pt x="137719" y="33372"/>
                      </a:cubicBezTo>
                      <a:cubicBezTo>
                        <a:pt x="126956" y="29657"/>
                        <a:pt x="112954" y="22990"/>
                        <a:pt x="108668" y="19180"/>
                      </a:cubicBezTo>
                      <a:cubicBezTo>
                        <a:pt x="105620" y="16513"/>
                        <a:pt x="100191" y="16418"/>
                        <a:pt x="96952" y="1879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DM Sans 14pt" pitchFamily="2" charset="77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2" name="Google Shape;1112;p37"/>
                <p:cNvSpPr/>
                <p:nvPr/>
              </p:nvSpPr>
              <p:spPr>
                <a:xfrm>
                  <a:off x="2539790" y="4242903"/>
                  <a:ext cx="137273" cy="146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273" h="146375" extrusionOk="0">
                      <a:moveTo>
                        <a:pt x="80730" y="727"/>
                      </a:moveTo>
                      <a:lnTo>
                        <a:pt x="134451" y="90738"/>
                      </a:lnTo>
                      <a:cubicBezTo>
                        <a:pt x="140166" y="99501"/>
                        <a:pt x="137023" y="109979"/>
                        <a:pt x="126641" y="116074"/>
                      </a:cubicBezTo>
                      <a:cubicBezTo>
                        <a:pt x="109877" y="126076"/>
                        <a:pt x="96065" y="145983"/>
                        <a:pt x="85493" y="146364"/>
                      </a:cubicBezTo>
                      <a:cubicBezTo>
                        <a:pt x="66348" y="146936"/>
                        <a:pt x="36725" y="126742"/>
                        <a:pt x="19389" y="119218"/>
                      </a:cubicBezTo>
                      <a:cubicBezTo>
                        <a:pt x="7769" y="114170"/>
                        <a:pt x="-1280" y="106740"/>
                        <a:pt x="149" y="97024"/>
                      </a:cubicBezTo>
                      <a:lnTo>
                        <a:pt x="13484" y="6728"/>
                      </a:lnTo>
                      <a:cubicBezTo>
                        <a:pt x="13674" y="5584"/>
                        <a:pt x="15579" y="5204"/>
                        <a:pt x="16627" y="6061"/>
                      </a:cubicBezTo>
                      <a:lnTo>
                        <a:pt x="37201" y="24730"/>
                      </a:lnTo>
                      <a:cubicBezTo>
                        <a:pt x="43964" y="30826"/>
                        <a:pt x="62252" y="30064"/>
                        <a:pt x="66824" y="22730"/>
                      </a:cubicBezTo>
                      <a:cubicBezTo>
                        <a:pt x="70062" y="17491"/>
                        <a:pt x="77682" y="631"/>
                        <a:pt x="77682" y="631"/>
                      </a:cubicBezTo>
                      <a:cubicBezTo>
                        <a:pt x="78349" y="-226"/>
                        <a:pt x="80159" y="-226"/>
                        <a:pt x="80730" y="72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DM Sans 14pt" pitchFamily="2" charset="77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3" name="Google Shape;1113;p37"/>
                <p:cNvSpPr/>
                <p:nvPr/>
              </p:nvSpPr>
              <p:spPr>
                <a:xfrm>
                  <a:off x="1955027" y="2647812"/>
                  <a:ext cx="690544" cy="15299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0544" h="1529945" extrusionOk="0">
                      <a:moveTo>
                        <a:pt x="380506" y="10668"/>
                      </a:moveTo>
                      <a:cubicBezTo>
                        <a:pt x="423845" y="87344"/>
                        <a:pt x="446800" y="143542"/>
                        <a:pt x="471755" y="241078"/>
                      </a:cubicBezTo>
                      <a:cubicBezTo>
                        <a:pt x="500711" y="354139"/>
                        <a:pt x="676924" y="1310830"/>
                        <a:pt x="690545" y="1516475"/>
                      </a:cubicBezTo>
                      <a:cubicBezTo>
                        <a:pt x="654921" y="1525048"/>
                        <a:pt x="554909" y="1523810"/>
                        <a:pt x="532334" y="1522571"/>
                      </a:cubicBezTo>
                      <a:cubicBezTo>
                        <a:pt x="460706" y="1317307"/>
                        <a:pt x="303163" y="639128"/>
                        <a:pt x="272492" y="509778"/>
                      </a:cubicBezTo>
                      <a:cubicBezTo>
                        <a:pt x="267730" y="489871"/>
                        <a:pt x="237059" y="494252"/>
                        <a:pt x="239441" y="514540"/>
                      </a:cubicBezTo>
                      <a:cubicBezTo>
                        <a:pt x="256871" y="662273"/>
                        <a:pt x="168670" y="1295781"/>
                        <a:pt x="215438" y="1522952"/>
                      </a:cubicBezTo>
                      <a:cubicBezTo>
                        <a:pt x="196769" y="1532477"/>
                        <a:pt x="83802" y="1530382"/>
                        <a:pt x="62180" y="1527620"/>
                      </a:cubicBezTo>
                      <a:cubicBezTo>
                        <a:pt x="38749" y="1274254"/>
                        <a:pt x="-85933" y="315278"/>
                        <a:pt x="102185" y="4381"/>
                      </a:cubicBezTo>
                      <a:cubicBezTo>
                        <a:pt x="188291" y="-7430"/>
                        <a:pt x="293257" y="8096"/>
                        <a:pt x="380506" y="10668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DM Sans 14pt" pitchFamily="2" charset="77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4" name="Google Shape;1114;p37"/>
                <p:cNvSpPr/>
                <p:nvPr/>
              </p:nvSpPr>
              <p:spPr>
                <a:xfrm>
                  <a:off x="2011415" y="2221758"/>
                  <a:ext cx="427558" cy="4576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7558" h="457609" extrusionOk="0">
                      <a:moveTo>
                        <a:pt x="83135" y="23717"/>
                      </a:moveTo>
                      <a:cubicBezTo>
                        <a:pt x="85611" y="29813"/>
                        <a:pt x="-2971" y="218599"/>
                        <a:pt x="77" y="278130"/>
                      </a:cubicBezTo>
                      <a:cubicBezTo>
                        <a:pt x="3125" y="338137"/>
                        <a:pt x="44082" y="439102"/>
                        <a:pt x="40844" y="448056"/>
                      </a:cubicBezTo>
                      <a:cubicBezTo>
                        <a:pt x="40844" y="448056"/>
                        <a:pt x="170765" y="476250"/>
                        <a:pt x="427559" y="435769"/>
                      </a:cubicBezTo>
                      <a:cubicBezTo>
                        <a:pt x="411176" y="289465"/>
                        <a:pt x="353740" y="140494"/>
                        <a:pt x="327261" y="66199"/>
                      </a:cubicBezTo>
                      <a:cubicBezTo>
                        <a:pt x="327261" y="66199"/>
                        <a:pt x="245250" y="1619"/>
                        <a:pt x="223533" y="0"/>
                      </a:cubicBezTo>
                      <a:cubicBezTo>
                        <a:pt x="223438" y="0"/>
                        <a:pt x="184386" y="53816"/>
                        <a:pt x="83135" y="237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DM Sans 14pt" pitchFamily="2" charset="77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5" name="Google Shape;1115;p37"/>
                <p:cNvSpPr/>
                <p:nvPr/>
              </p:nvSpPr>
              <p:spPr>
                <a:xfrm>
                  <a:off x="1664696" y="2342048"/>
                  <a:ext cx="371180" cy="2705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1180" h="270520" extrusionOk="0">
                      <a:moveTo>
                        <a:pt x="371180" y="270521"/>
                      </a:moveTo>
                      <a:lnTo>
                        <a:pt x="310030" y="68877"/>
                      </a:lnTo>
                      <a:cubicBezTo>
                        <a:pt x="304981" y="52208"/>
                        <a:pt x="291265" y="39730"/>
                        <a:pt x="274216" y="36111"/>
                      </a:cubicBezTo>
                      <a:lnTo>
                        <a:pt x="26470" y="487"/>
                      </a:lnTo>
                      <a:cubicBezTo>
                        <a:pt x="10183" y="-2942"/>
                        <a:pt x="-3819" y="12298"/>
                        <a:pt x="943" y="28300"/>
                      </a:cubicBezTo>
                      <a:lnTo>
                        <a:pt x="52664" y="201750"/>
                      </a:lnTo>
                      <a:cubicBezTo>
                        <a:pt x="54950" y="209371"/>
                        <a:pt x="61046" y="215086"/>
                        <a:pt x="68761" y="216895"/>
                      </a:cubicBezTo>
                      <a:lnTo>
                        <a:pt x="371180" y="27052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DM Sans 14pt" pitchFamily="2" charset="77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6" name="Google Shape;1116;p37"/>
                <p:cNvSpPr/>
                <p:nvPr/>
              </p:nvSpPr>
              <p:spPr>
                <a:xfrm>
                  <a:off x="1880521" y="2448333"/>
                  <a:ext cx="236793" cy="2247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6793" h="224719" extrusionOk="0">
                      <a:moveTo>
                        <a:pt x="204980" y="224720"/>
                      </a:moveTo>
                      <a:cubicBezTo>
                        <a:pt x="99158" y="152235"/>
                        <a:pt x="39626" y="95371"/>
                        <a:pt x="28292" y="85369"/>
                      </a:cubicBezTo>
                      <a:cubicBezTo>
                        <a:pt x="21815" y="79654"/>
                        <a:pt x="4098" y="60319"/>
                        <a:pt x="5527" y="57080"/>
                      </a:cubicBezTo>
                      <a:cubicBezTo>
                        <a:pt x="8861" y="49650"/>
                        <a:pt x="44865" y="87750"/>
                        <a:pt x="44008" y="85179"/>
                      </a:cubicBezTo>
                      <a:cubicBezTo>
                        <a:pt x="43055" y="82702"/>
                        <a:pt x="-2379" y="43269"/>
                        <a:pt x="98" y="37268"/>
                      </a:cubicBezTo>
                      <a:cubicBezTo>
                        <a:pt x="3908" y="28124"/>
                        <a:pt x="53819" y="72891"/>
                        <a:pt x="54676" y="73654"/>
                      </a:cubicBezTo>
                      <a:cubicBezTo>
                        <a:pt x="67916" y="84512"/>
                        <a:pt x="5241" y="32696"/>
                        <a:pt x="6289" y="25743"/>
                      </a:cubicBezTo>
                      <a:cubicBezTo>
                        <a:pt x="7337" y="18885"/>
                        <a:pt x="37626" y="40506"/>
                        <a:pt x="38674" y="41269"/>
                      </a:cubicBezTo>
                      <a:cubicBezTo>
                        <a:pt x="38674" y="41269"/>
                        <a:pt x="63439" y="61366"/>
                        <a:pt x="65344" y="59842"/>
                      </a:cubicBezTo>
                      <a:cubicBezTo>
                        <a:pt x="67154" y="58318"/>
                        <a:pt x="24672" y="1168"/>
                        <a:pt x="32102" y="25"/>
                      </a:cubicBezTo>
                      <a:cubicBezTo>
                        <a:pt x="39531" y="-1118"/>
                        <a:pt x="74393" y="36982"/>
                        <a:pt x="82965" y="45079"/>
                      </a:cubicBezTo>
                      <a:cubicBezTo>
                        <a:pt x="91538" y="53175"/>
                        <a:pt x="106587" y="61080"/>
                        <a:pt x="111445" y="60319"/>
                      </a:cubicBezTo>
                      <a:cubicBezTo>
                        <a:pt x="115541" y="59652"/>
                        <a:pt x="118970" y="41745"/>
                        <a:pt x="114874" y="32601"/>
                      </a:cubicBezTo>
                      <a:cubicBezTo>
                        <a:pt x="114874" y="32601"/>
                        <a:pt x="135829" y="54604"/>
                        <a:pt x="142211" y="73082"/>
                      </a:cubicBezTo>
                      <a:cubicBezTo>
                        <a:pt x="145544" y="82797"/>
                        <a:pt x="147640" y="95180"/>
                        <a:pt x="147640" y="95180"/>
                      </a:cubicBezTo>
                      <a:lnTo>
                        <a:pt x="236794" y="154045"/>
                      </a:lnTo>
                      <a:lnTo>
                        <a:pt x="204980" y="224720"/>
                      </a:lnTo>
                      <a:close/>
                    </a:path>
                  </a:pathLst>
                </a:custGeom>
                <a:solidFill>
                  <a:srgbClr val="D4603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DM Sans 14pt" pitchFamily="2" charset="77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7" name="Google Shape;1117;p37"/>
                <p:cNvSpPr/>
                <p:nvPr/>
              </p:nvSpPr>
              <p:spPr>
                <a:xfrm>
                  <a:off x="1985775" y="2277890"/>
                  <a:ext cx="410182" cy="4982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182" h="498297" extrusionOk="0">
                      <a:moveTo>
                        <a:pt x="283369" y="73313"/>
                      </a:moveTo>
                      <a:cubicBezTo>
                        <a:pt x="283369" y="73313"/>
                        <a:pt x="306419" y="-21556"/>
                        <a:pt x="348996" y="4543"/>
                      </a:cubicBezTo>
                      <a:cubicBezTo>
                        <a:pt x="421100" y="48644"/>
                        <a:pt x="449866" y="263051"/>
                        <a:pt x="319564" y="482984"/>
                      </a:cubicBezTo>
                      <a:cubicBezTo>
                        <a:pt x="277273" y="554326"/>
                        <a:pt x="0" y="353253"/>
                        <a:pt x="0" y="353253"/>
                      </a:cubicBezTo>
                      <a:lnTo>
                        <a:pt x="65627" y="250288"/>
                      </a:lnTo>
                      <a:lnTo>
                        <a:pt x="215360" y="343252"/>
                      </a:lnTo>
                      <a:lnTo>
                        <a:pt x="283369" y="7331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DM Sans 14pt" pitchFamily="2" charset="77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8" name="Google Shape;1118;p37"/>
                <p:cNvSpPr/>
                <p:nvPr/>
              </p:nvSpPr>
              <p:spPr>
                <a:xfrm>
                  <a:off x="2205135" y="2091170"/>
                  <a:ext cx="99441" cy="994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441" h="99441" extrusionOk="0">
                      <a:moveTo>
                        <a:pt x="49721" y="99441"/>
                      </a:moveTo>
                      <a:cubicBezTo>
                        <a:pt x="22289" y="99441"/>
                        <a:pt x="0" y="77153"/>
                        <a:pt x="0" y="49721"/>
                      </a:cubicBezTo>
                      <a:cubicBezTo>
                        <a:pt x="0" y="22288"/>
                        <a:pt x="22289" y="0"/>
                        <a:pt x="49721" y="0"/>
                      </a:cubicBezTo>
                      <a:cubicBezTo>
                        <a:pt x="77152" y="0"/>
                        <a:pt x="99441" y="22288"/>
                        <a:pt x="99441" y="49721"/>
                      </a:cubicBezTo>
                      <a:cubicBezTo>
                        <a:pt x="99441" y="77153"/>
                        <a:pt x="77152" y="99441"/>
                        <a:pt x="49721" y="99441"/>
                      </a:cubicBezTo>
                      <a:close/>
                      <a:moveTo>
                        <a:pt x="49721" y="4477"/>
                      </a:moveTo>
                      <a:cubicBezTo>
                        <a:pt x="24765" y="4477"/>
                        <a:pt x="4381" y="24765"/>
                        <a:pt x="4381" y="49816"/>
                      </a:cubicBezTo>
                      <a:cubicBezTo>
                        <a:pt x="4381" y="74867"/>
                        <a:pt x="24670" y="95155"/>
                        <a:pt x="49721" y="95155"/>
                      </a:cubicBezTo>
                      <a:cubicBezTo>
                        <a:pt x="74771" y="95155"/>
                        <a:pt x="95060" y="74867"/>
                        <a:pt x="95060" y="49816"/>
                      </a:cubicBezTo>
                      <a:cubicBezTo>
                        <a:pt x="95060" y="24765"/>
                        <a:pt x="74676" y="4477"/>
                        <a:pt x="49721" y="4477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DM Sans 14pt" pitchFamily="2" charset="77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119" name="Google Shape;1119;p37"/>
              <p:cNvSpPr/>
              <p:nvPr/>
            </p:nvSpPr>
            <p:spPr>
              <a:xfrm rot="-9414398">
                <a:off x="2144222" y="2053107"/>
                <a:ext cx="41373" cy="23141"/>
              </a:xfrm>
              <a:custGeom>
                <a:avLst/>
                <a:gdLst/>
                <a:ahLst/>
                <a:cxnLst/>
                <a:rect l="l" t="t" r="r" b="b"/>
                <a:pathLst>
                  <a:path w="45" h="25" extrusionOk="0">
                    <a:moveTo>
                      <a:pt x="27" y="0"/>
                    </a:moveTo>
                    <a:cubicBezTo>
                      <a:pt x="24" y="0"/>
                      <a:pt x="21" y="1"/>
                      <a:pt x="18" y="2"/>
                    </a:cubicBezTo>
                    <a:cubicBezTo>
                      <a:pt x="6" y="7"/>
                      <a:pt x="0" y="21"/>
                      <a:pt x="0" y="21"/>
                    </a:cubicBezTo>
                    <a:cubicBezTo>
                      <a:pt x="0" y="21"/>
                      <a:pt x="8" y="25"/>
                      <a:pt x="17" y="25"/>
                    </a:cubicBezTo>
                    <a:cubicBezTo>
                      <a:pt x="20" y="25"/>
                      <a:pt x="23" y="25"/>
                      <a:pt x="26" y="24"/>
                    </a:cubicBezTo>
                    <a:cubicBezTo>
                      <a:pt x="39" y="19"/>
                      <a:pt x="45" y="4"/>
                      <a:pt x="45" y="4"/>
                    </a:cubicBezTo>
                    <a:cubicBezTo>
                      <a:pt x="45" y="4"/>
                      <a:pt x="37" y="0"/>
                      <a:pt x="27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DM Sans 14pt" pitchFamily="2" charset="77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20" name="Google Shape;1120;p37"/>
            <p:cNvGrpSpPr/>
            <p:nvPr/>
          </p:nvGrpSpPr>
          <p:grpSpPr>
            <a:xfrm>
              <a:off x="3240259" y="1052240"/>
              <a:ext cx="1031754" cy="966798"/>
              <a:chOff x="1932280" y="1331475"/>
              <a:chExt cx="637200" cy="597084"/>
            </a:xfrm>
          </p:grpSpPr>
          <p:sp>
            <p:nvSpPr>
              <p:cNvPr id="1121" name="Google Shape;1121;p37"/>
              <p:cNvSpPr/>
              <p:nvPr/>
            </p:nvSpPr>
            <p:spPr>
              <a:xfrm>
                <a:off x="1932280" y="1393658"/>
                <a:ext cx="637200" cy="534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DM Sans 14pt" pitchFamily="2" charset="77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2" name="Google Shape;1122;p37"/>
              <p:cNvSpPr/>
              <p:nvPr/>
            </p:nvSpPr>
            <p:spPr>
              <a:xfrm>
                <a:off x="2033687" y="1869127"/>
                <a:ext cx="993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DM Sans 14pt" pitchFamily="2" charset="77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3" name="Google Shape;1123;p37"/>
              <p:cNvSpPr/>
              <p:nvPr/>
            </p:nvSpPr>
            <p:spPr>
              <a:xfrm>
                <a:off x="1977243" y="1857647"/>
                <a:ext cx="38400" cy="39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DM Sans 14pt" pitchFamily="2" charset="77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4" name="Google Shape;1124;p37"/>
              <p:cNvSpPr/>
              <p:nvPr/>
            </p:nvSpPr>
            <p:spPr>
              <a:xfrm>
                <a:off x="2432621" y="1869127"/>
                <a:ext cx="1005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DM Sans 14pt" pitchFamily="2" charset="77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5" name="Google Shape;1125;p37"/>
              <p:cNvSpPr/>
              <p:nvPr/>
            </p:nvSpPr>
            <p:spPr>
              <a:xfrm>
                <a:off x="2377133" y="1857647"/>
                <a:ext cx="39300" cy="39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DM Sans 14pt" pitchFamily="2" charset="77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6" name="Google Shape;1126;p37"/>
              <p:cNvSpPr/>
              <p:nvPr/>
            </p:nvSpPr>
            <p:spPr>
              <a:xfrm>
                <a:off x="1932280" y="1331475"/>
                <a:ext cx="637146" cy="62184"/>
              </a:xfrm>
              <a:custGeom>
                <a:avLst/>
                <a:gdLst/>
                <a:ahLst/>
                <a:cxnLst/>
                <a:rect l="l" t="t" r="r" b="b"/>
                <a:pathLst>
                  <a:path w="729" h="71" extrusionOk="0">
                    <a:moveTo>
                      <a:pt x="695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729" y="71"/>
                      <a:pt x="729" y="71"/>
                      <a:pt x="729" y="71"/>
                    </a:cubicBezTo>
                    <a:cubicBezTo>
                      <a:pt x="729" y="34"/>
                      <a:pt x="729" y="34"/>
                      <a:pt x="729" y="34"/>
                    </a:cubicBezTo>
                    <a:cubicBezTo>
                      <a:pt x="729" y="15"/>
                      <a:pt x="714" y="0"/>
                      <a:pt x="69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DM Sans 14pt" pitchFamily="2" charset="77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7" name="Google Shape;1127;p37"/>
              <p:cNvSpPr/>
              <p:nvPr/>
            </p:nvSpPr>
            <p:spPr>
              <a:xfrm>
                <a:off x="1959067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DM Sans 14pt" pitchFamily="2" charset="77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8" name="Google Shape;1128;p37"/>
              <p:cNvSpPr/>
              <p:nvPr/>
            </p:nvSpPr>
            <p:spPr>
              <a:xfrm>
                <a:off x="2003074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DM Sans 14pt" pitchFamily="2" charset="77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9" name="Google Shape;1129;p37"/>
              <p:cNvSpPr/>
              <p:nvPr/>
            </p:nvSpPr>
            <p:spPr>
              <a:xfrm>
                <a:off x="2047081" y="1348695"/>
                <a:ext cx="297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DM Sans 14pt" pitchFamily="2" charset="77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0" name="Google Shape;1130;p37"/>
              <p:cNvSpPr/>
              <p:nvPr/>
            </p:nvSpPr>
            <p:spPr>
              <a:xfrm>
                <a:off x="2045167" y="1431925"/>
                <a:ext cx="411300" cy="411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DM Sans 14pt" pitchFamily="2" charset="77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1" name="Google Shape;1131;p37"/>
              <p:cNvSpPr/>
              <p:nvPr/>
            </p:nvSpPr>
            <p:spPr>
              <a:xfrm>
                <a:off x="2115004" y="1502719"/>
                <a:ext cx="264042" cy="264042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DM Sans 14pt" pitchFamily="2" charset="77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2" name="Google Shape;1132;p37"/>
              <p:cNvSpPr/>
              <p:nvPr/>
            </p:nvSpPr>
            <p:spPr>
              <a:xfrm>
                <a:off x="2093958" y="1495066"/>
                <a:ext cx="130108" cy="123412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DM Sans 14pt" pitchFamily="2" charset="77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33" name="Google Shape;1133;p37"/>
            <p:cNvGrpSpPr/>
            <p:nvPr/>
          </p:nvGrpSpPr>
          <p:grpSpPr>
            <a:xfrm>
              <a:off x="2506206" y="2214150"/>
              <a:ext cx="1122628" cy="1495382"/>
              <a:chOff x="8029471" y="1308462"/>
              <a:chExt cx="617100" cy="822000"/>
            </a:xfrm>
          </p:grpSpPr>
          <p:sp>
            <p:nvSpPr>
              <p:cNvPr id="1134" name="Google Shape;1134;p37"/>
              <p:cNvSpPr/>
              <p:nvPr/>
            </p:nvSpPr>
            <p:spPr>
              <a:xfrm>
                <a:off x="8029471" y="1308462"/>
                <a:ext cx="617100" cy="8220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DM Sans 14pt" pitchFamily="2" charset="77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5" name="Google Shape;1135;p37"/>
              <p:cNvSpPr/>
              <p:nvPr/>
            </p:nvSpPr>
            <p:spPr>
              <a:xfrm>
                <a:off x="8079218" y="1651909"/>
                <a:ext cx="5349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DM Sans 14pt" pitchFamily="2" charset="77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6" name="Google Shape;1136;p37"/>
              <p:cNvSpPr/>
              <p:nvPr/>
            </p:nvSpPr>
            <p:spPr>
              <a:xfrm>
                <a:off x="8079218" y="1695916"/>
                <a:ext cx="5349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DM Sans 14pt" pitchFamily="2" charset="77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7" name="Google Shape;1137;p37"/>
              <p:cNvSpPr/>
              <p:nvPr/>
            </p:nvSpPr>
            <p:spPr>
              <a:xfrm>
                <a:off x="8079218" y="1738966"/>
                <a:ext cx="5349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DM Sans 14pt" pitchFamily="2" charset="77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8" name="Google Shape;1138;p37"/>
              <p:cNvSpPr/>
              <p:nvPr/>
            </p:nvSpPr>
            <p:spPr>
              <a:xfrm>
                <a:off x="8079218" y="1782973"/>
                <a:ext cx="3090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DM Sans 14pt" pitchFamily="2" charset="77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9" name="Google Shape;1139;p37"/>
              <p:cNvSpPr/>
              <p:nvPr/>
            </p:nvSpPr>
            <p:spPr>
              <a:xfrm>
                <a:off x="8079218" y="1826981"/>
                <a:ext cx="3090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DM Sans 14pt" pitchFamily="2" charset="77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0" name="Google Shape;1140;p37"/>
              <p:cNvSpPr/>
              <p:nvPr/>
            </p:nvSpPr>
            <p:spPr>
              <a:xfrm>
                <a:off x="8077305" y="1389780"/>
                <a:ext cx="204600" cy="204600"/>
              </a:xfrm>
              <a:prstGeom prst="ellipse">
                <a:avLst/>
              </a:prstGeom>
              <a:solidFill>
                <a:srgbClr val="FF494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DM Sans 14pt" pitchFamily="2" charset="77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1" name="Google Shape;1141;p37"/>
              <p:cNvSpPr/>
              <p:nvPr/>
            </p:nvSpPr>
            <p:spPr>
              <a:xfrm>
                <a:off x="8066781" y="1380213"/>
                <a:ext cx="224819" cy="223862"/>
              </a:xfrm>
              <a:custGeom>
                <a:avLst/>
                <a:gdLst/>
                <a:ahLst/>
                <a:cxnLst/>
                <a:rect l="l" t="t" r="r" b="b"/>
                <a:pathLst>
                  <a:path w="257" h="257" extrusionOk="0">
                    <a:moveTo>
                      <a:pt x="129" y="257"/>
                    </a:moveTo>
                    <a:cubicBezTo>
                      <a:pt x="58" y="257"/>
                      <a:pt x="0" y="199"/>
                      <a:pt x="0" y="128"/>
                    </a:cubicBezTo>
                    <a:cubicBezTo>
                      <a:pt x="0" y="58"/>
                      <a:pt x="58" y="0"/>
                      <a:pt x="129" y="0"/>
                    </a:cubicBezTo>
                    <a:cubicBezTo>
                      <a:pt x="200" y="0"/>
                      <a:pt x="257" y="58"/>
                      <a:pt x="257" y="128"/>
                    </a:cubicBezTo>
                    <a:cubicBezTo>
                      <a:pt x="257" y="135"/>
                      <a:pt x="252" y="140"/>
                      <a:pt x="246" y="140"/>
                    </a:cubicBezTo>
                    <a:cubicBezTo>
                      <a:pt x="240" y="140"/>
                      <a:pt x="234" y="135"/>
                      <a:pt x="234" y="128"/>
                    </a:cubicBezTo>
                    <a:cubicBezTo>
                      <a:pt x="234" y="70"/>
                      <a:pt x="187" y="23"/>
                      <a:pt x="129" y="23"/>
                    </a:cubicBezTo>
                    <a:cubicBezTo>
                      <a:pt x="71" y="23"/>
                      <a:pt x="23" y="70"/>
                      <a:pt x="23" y="128"/>
                    </a:cubicBezTo>
                    <a:cubicBezTo>
                      <a:pt x="23" y="187"/>
                      <a:pt x="71" y="234"/>
                      <a:pt x="129" y="234"/>
                    </a:cubicBezTo>
                    <a:cubicBezTo>
                      <a:pt x="135" y="234"/>
                      <a:pt x="140" y="239"/>
                      <a:pt x="140" y="245"/>
                    </a:cubicBezTo>
                    <a:cubicBezTo>
                      <a:pt x="140" y="252"/>
                      <a:pt x="135" y="257"/>
                      <a:pt x="129" y="257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DM Sans 14pt" pitchFamily="2" charset="77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2" name="Google Shape;1142;p37"/>
              <p:cNvSpPr/>
              <p:nvPr/>
            </p:nvSpPr>
            <p:spPr>
              <a:xfrm>
                <a:off x="8114615" y="1428047"/>
                <a:ext cx="130200" cy="1281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DM Sans 14pt" pitchFamily="2" charset="77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3" name="Google Shape;1143;p37"/>
              <p:cNvSpPr/>
              <p:nvPr/>
            </p:nvSpPr>
            <p:spPr>
              <a:xfrm>
                <a:off x="8317430" y="1380213"/>
                <a:ext cx="2964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DM Sans 14pt" pitchFamily="2" charset="77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4" name="Google Shape;1144;p37"/>
              <p:cNvSpPr/>
              <p:nvPr/>
            </p:nvSpPr>
            <p:spPr>
              <a:xfrm>
                <a:off x="8317430" y="1424220"/>
                <a:ext cx="2964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DM Sans 14pt" pitchFamily="2" charset="77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5" name="Google Shape;1145;p37"/>
              <p:cNvSpPr/>
              <p:nvPr/>
            </p:nvSpPr>
            <p:spPr>
              <a:xfrm>
                <a:off x="8317430" y="1468227"/>
                <a:ext cx="2964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DM Sans 14pt" pitchFamily="2" charset="77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6" name="Google Shape;1146;p37"/>
              <p:cNvSpPr/>
              <p:nvPr/>
            </p:nvSpPr>
            <p:spPr>
              <a:xfrm>
                <a:off x="8317430" y="1512234"/>
                <a:ext cx="2133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DM Sans 14pt" pitchFamily="2" charset="77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7" name="Google Shape;1147;p37"/>
              <p:cNvSpPr/>
              <p:nvPr/>
            </p:nvSpPr>
            <p:spPr>
              <a:xfrm>
                <a:off x="8317430" y="1557198"/>
                <a:ext cx="2133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DM Sans 14pt" pitchFamily="2" charset="77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8" name="Google Shape;1148;p37"/>
              <p:cNvSpPr/>
              <p:nvPr/>
            </p:nvSpPr>
            <p:spPr>
              <a:xfrm>
                <a:off x="8190192" y="1887251"/>
                <a:ext cx="1158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DM Sans 14pt" pitchFamily="2" charset="77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9" name="Google Shape;1149;p37"/>
              <p:cNvSpPr/>
              <p:nvPr/>
            </p:nvSpPr>
            <p:spPr>
              <a:xfrm>
                <a:off x="8190192" y="1911168"/>
                <a:ext cx="115800" cy="8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DM Sans 14pt" pitchFamily="2" charset="77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0" name="Google Shape;1150;p37"/>
              <p:cNvSpPr/>
              <p:nvPr/>
            </p:nvSpPr>
            <p:spPr>
              <a:xfrm>
                <a:off x="8190192" y="1935085"/>
                <a:ext cx="831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DM Sans 14pt" pitchFamily="2" charset="77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1" name="Google Shape;1151;p37"/>
              <p:cNvSpPr/>
              <p:nvPr/>
            </p:nvSpPr>
            <p:spPr>
              <a:xfrm>
                <a:off x="8079218" y="1887251"/>
                <a:ext cx="79500" cy="7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DM Sans 14pt" pitchFamily="2" charset="77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2" name="Google Shape;1152;p37"/>
              <p:cNvSpPr/>
              <p:nvPr/>
            </p:nvSpPr>
            <p:spPr>
              <a:xfrm>
                <a:off x="8499198" y="1887251"/>
                <a:ext cx="1149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DM Sans 14pt" pitchFamily="2" charset="77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3" name="Google Shape;1153;p37"/>
              <p:cNvSpPr/>
              <p:nvPr/>
            </p:nvSpPr>
            <p:spPr>
              <a:xfrm>
                <a:off x="8499198" y="1911168"/>
                <a:ext cx="114900" cy="8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DM Sans 14pt" pitchFamily="2" charset="77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4" name="Google Shape;1154;p37"/>
              <p:cNvSpPr/>
              <p:nvPr/>
            </p:nvSpPr>
            <p:spPr>
              <a:xfrm>
                <a:off x="8499198" y="1935085"/>
                <a:ext cx="831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DM Sans 14pt" pitchFamily="2" charset="77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5" name="Google Shape;1155;p37"/>
              <p:cNvSpPr/>
              <p:nvPr/>
            </p:nvSpPr>
            <p:spPr>
              <a:xfrm>
                <a:off x="8388224" y="1887251"/>
                <a:ext cx="79500" cy="795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DM Sans 14pt" pitchFamily="2" charset="77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6" name="Google Shape;1156;p37"/>
              <p:cNvSpPr/>
              <p:nvPr/>
            </p:nvSpPr>
            <p:spPr>
              <a:xfrm>
                <a:off x="8190192" y="1999182"/>
                <a:ext cx="1158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DM Sans 14pt" pitchFamily="2" charset="77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7" name="Google Shape;1157;p37"/>
              <p:cNvSpPr/>
              <p:nvPr/>
            </p:nvSpPr>
            <p:spPr>
              <a:xfrm>
                <a:off x="8190192" y="2023099"/>
                <a:ext cx="115800" cy="8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DM Sans 14pt" pitchFamily="2" charset="77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8" name="Google Shape;1158;p37"/>
              <p:cNvSpPr/>
              <p:nvPr/>
            </p:nvSpPr>
            <p:spPr>
              <a:xfrm>
                <a:off x="8190192" y="2047973"/>
                <a:ext cx="83100" cy="6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DM Sans 14pt" pitchFamily="2" charset="77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9" name="Google Shape;1159;p37"/>
              <p:cNvSpPr/>
              <p:nvPr/>
            </p:nvSpPr>
            <p:spPr>
              <a:xfrm>
                <a:off x="8079218" y="1999182"/>
                <a:ext cx="79500" cy="795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DM Sans 14pt" pitchFamily="2" charset="77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0" name="Google Shape;1160;p37"/>
              <p:cNvSpPr/>
              <p:nvPr/>
            </p:nvSpPr>
            <p:spPr>
              <a:xfrm>
                <a:off x="8499198" y="1999182"/>
                <a:ext cx="1149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DM Sans 14pt" pitchFamily="2" charset="77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1" name="Google Shape;1161;p37"/>
              <p:cNvSpPr/>
              <p:nvPr/>
            </p:nvSpPr>
            <p:spPr>
              <a:xfrm>
                <a:off x="8499198" y="2023099"/>
                <a:ext cx="114900" cy="8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DM Sans 14pt" pitchFamily="2" charset="77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2" name="Google Shape;1162;p37"/>
              <p:cNvSpPr/>
              <p:nvPr/>
            </p:nvSpPr>
            <p:spPr>
              <a:xfrm>
                <a:off x="8499198" y="2047973"/>
                <a:ext cx="83100" cy="6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DM Sans 14pt" pitchFamily="2" charset="77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3" name="Google Shape;1163;p37"/>
              <p:cNvSpPr/>
              <p:nvPr/>
            </p:nvSpPr>
            <p:spPr>
              <a:xfrm>
                <a:off x="8388224" y="1999182"/>
                <a:ext cx="79500" cy="79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DM Sans 14pt" pitchFamily="2" charset="77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64" name="Google Shape;1164;p37"/>
            <p:cNvGrpSpPr/>
            <p:nvPr/>
          </p:nvGrpSpPr>
          <p:grpSpPr>
            <a:xfrm>
              <a:off x="2506200" y="917307"/>
              <a:ext cx="540534" cy="882935"/>
              <a:chOff x="6346165" y="636875"/>
              <a:chExt cx="308049" cy="503212"/>
            </a:xfrm>
          </p:grpSpPr>
          <p:sp>
            <p:nvSpPr>
              <p:cNvPr id="1165" name="Google Shape;1165;p37"/>
              <p:cNvSpPr/>
              <p:nvPr/>
            </p:nvSpPr>
            <p:spPr>
              <a:xfrm>
                <a:off x="6347122" y="707669"/>
                <a:ext cx="273610" cy="426678"/>
              </a:xfrm>
              <a:custGeom>
                <a:avLst/>
                <a:gdLst/>
                <a:ahLst/>
                <a:cxnLst/>
                <a:rect l="l" t="t" r="r" b="b"/>
                <a:pathLst>
                  <a:path w="313" h="487" extrusionOk="0">
                    <a:moveTo>
                      <a:pt x="115" y="395"/>
                    </a:moveTo>
                    <a:cubicBezTo>
                      <a:pt x="111" y="399"/>
                      <a:pt x="109" y="403"/>
                      <a:pt x="106" y="406"/>
                    </a:cubicBezTo>
                    <a:cubicBezTo>
                      <a:pt x="79" y="435"/>
                      <a:pt x="34" y="470"/>
                      <a:pt x="11" y="487"/>
                    </a:cubicBezTo>
                    <a:cubicBezTo>
                      <a:pt x="8" y="485"/>
                      <a:pt x="4" y="483"/>
                      <a:pt x="0" y="480"/>
                    </a:cubicBezTo>
                    <a:cubicBezTo>
                      <a:pt x="5" y="452"/>
                      <a:pt x="16" y="396"/>
                      <a:pt x="29" y="359"/>
                    </a:cubicBezTo>
                    <a:cubicBezTo>
                      <a:pt x="31" y="356"/>
                      <a:pt x="32" y="351"/>
                      <a:pt x="35" y="346"/>
                    </a:cubicBezTo>
                    <a:cubicBezTo>
                      <a:pt x="71" y="277"/>
                      <a:pt x="234" y="51"/>
                      <a:pt x="266" y="6"/>
                    </a:cubicBezTo>
                    <a:cubicBezTo>
                      <a:pt x="269" y="2"/>
                      <a:pt x="273" y="0"/>
                      <a:pt x="276" y="2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3" y="24"/>
                      <a:pt x="313" y="29"/>
                      <a:pt x="311" y="34"/>
                    </a:cubicBezTo>
                    <a:cubicBezTo>
                      <a:pt x="286" y="82"/>
                      <a:pt x="159" y="331"/>
                      <a:pt x="115" y="3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DM Sans 14pt" pitchFamily="2" charset="77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6" name="Google Shape;1166;p37"/>
              <p:cNvSpPr/>
              <p:nvPr/>
            </p:nvSpPr>
            <p:spPr>
              <a:xfrm>
                <a:off x="6347122" y="1010936"/>
                <a:ext cx="100451" cy="123412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41" extrusionOk="0">
                    <a:moveTo>
                      <a:pt x="115" y="49"/>
                    </a:moveTo>
                    <a:cubicBezTo>
                      <a:pt x="111" y="53"/>
                      <a:pt x="109" y="57"/>
                      <a:pt x="106" y="60"/>
                    </a:cubicBezTo>
                    <a:cubicBezTo>
                      <a:pt x="79" y="89"/>
                      <a:pt x="34" y="124"/>
                      <a:pt x="11" y="141"/>
                    </a:cubicBezTo>
                    <a:cubicBezTo>
                      <a:pt x="8" y="139"/>
                      <a:pt x="4" y="137"/>
                      <a:pt x="0" y="134"/>
                    </a:cubicBezTo>
                    <a:cubicBezTo>
                      <a:pt x="5" y="106"/>
                      <a:pt x="16" y="50"/>
                      <a:pt x="29" y="13"/>
                    </a:cubicBezTo>
                    <a:cubicBezTo>
                      <a:pt x="31" y="10"/>
                      <a:pt x="32" y="5"/>
                      <a:pt x="35" y="0"/>
                    </a:cubicBezTo>
                    <a:lnTo>
                      <a:pt x="115" y="4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DM Sans 14pt" pitchFamily="2" charset="77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7" name="Google Shape;1167;p37"/>
              <p:cNvSpPr/>
              <p:nvPr/>
            </p:nvSpPr>
            <p:spPr>
              <a:xfrm>
                <a:off x="6346165" y="1122867"/>
                <a:ext cx="15307" cy="17220"/>
              </a:xfrm>
              <a:custGeom>
                <a:avLst/>
                <a:gdLst/>
                <a:ahLst/>
                <a:cxnLst/>
                <a:rect l="l" t="t" r="r" b="b"/>
                <a:pathLst>
                  <a:path w="18" h="20" extrusionOk="0">
                    <a:moveTo>
                      <a:pt x="2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7"/>
                      <a:pt x="4" y="20"/>
                      <a:pt x="8" y="17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DM Sans 14pt" pitchFamily="2" charset="77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8" name="Google Shape;1168;p37"/>
              <p:cNvSpPr/>
              <p:nvPr/>
            </p:nvSpPr>
            <p:spPr>
              <a:xfrm>
                <a:off x="6602554" y="636875"/>
                <a:ext cx="51660" cy="56444"/>
              </a:xfrm>
              <a:custGeom>
                <a:avLst/>
                <a:gdLst/>
                <a:ahLst/>
                <a:cxnLst/>
                <a:rect l="l" t="t" r="r" b="b"/>
                <a:pathLst>
                  <a:path w="59" h="64" extrusionOk="0">
                    <a:moveTo>
                      <a:pt x="47" y="5"/>
                    </a:moveTo>
                    <a:cubicBezTo>
                      <a:pt x="47" y="5"/>
                      <a:pt x="47" y="5"/>
                      <a:pt x="47" y="5"/>
                    </a:cubicBezTo>
                    <a:cubicBezTo>
                      <a:pt x="37" y="0"/>
                      <a:pt x="26" y="3"/>
                      <a:pt x="20" y="12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33" y="64"/>
                      <a:pt x="33" y="64"/>
                      <a:pt x="33" y="64"/>
                    </a:cubicBezTo>
                    <a:cubicBezTo>
                      <a:pt x="53" y="32"/>
                      <a:pt x="53" y="32"/>
                      <a:pt x="53" y="32"/>
                    </a:cubicBezTo>
                    <a:cubicBezTo>
                      <a:pt x="59" y="23"/>
                      <a:pt x="56" y="11"/>
                      <a:pt x="47" y="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DM Sans 14pt" pitchFamily="2" charset="77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9" name="Google Shape;1169;p37"/>
              <p:cNvSpPr/>
              <p:nvPr/>
            </p:nvSpPr>
            <p:spPr>
              <a:xfrm>
                <a:off x="6569071" y="710539"/>
                <a:ext cx="81318" cy="192292"/>
              </a:xfrm>
              <a:custGeom>
                <a:avLst/>
                <a:gdLst/>
                <a:ahLst/>
                <a:cxnLst/>
                <a:rect l="l" t="t" r="r" b="b"/>
                <a:pathLst>
                  <a:path w="93" h="220" extrusionOk="0">
                    <a:moveTo>
                      <a:pt x="0" y="216"/>
                    </a:moveTo>
                    <a:cubicBezTo>
                      <a:pt x="76" y="34"/>
                      <a:pt x="76" y="34"/>
                      <a:pt x="76" y="34"/>
                    </a:cubicBezTo>
                    <a:cubicBezTo>
                      <a:pt x="77" y="32"/>
                      <a:pt x="76" y="31"/>
                      <a:pt x="75" y="30"/>
                    </a:cubicBezTo>
                    <a:cubicBezTo>
                      <a:pt x="46" y="12"/>
                      <a:pt x="46" y="12"/>
                      <a:pt x="46" y="12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83" y="17"/>
                      <a:pt x="83" y="17"/>
                      <a:pt x="83" y="17"/>
                    </a:cubicBezTo>
                    <a:cubicBezTo>
                      <a:pt x="90" y="22"/>
                      <a:pt x="93" y="31"/>
                      <a:pt x="90" y="40"/>
                    </a:cubicBezTo>
                    <a:cubicBezTo>
                      <a:pt x="90" y="40"/>
                      <a:pt x="29" y="185"/>
                      <a:pt x="22" y="203"/>
                    </a:cubicBezTo>
                    <a:cubicBezTo>
                      <a:pt x="15" y="220"/>
                      <a:pt x="0" y="216"/>
                      <a:pt x="0" y="2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DM Sans 14pt" pitchFamily="2" charset="77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0" name="Google Shape;1170;p37"/>
              <p:cNvSpPr/>
              <p:nvPr/>
            </p:nvSpPr>
            <p:spPr>
              <a:xfrm>
                <a:off x="6566201" y="677055"/>
                <a:ext cx="74621" cy="62184"/>
              </a:xfrm>
              <a:custGeom>
                <a:avLst/>
                <a:gdLst/>
                <a:ahLst/>
                <a:cxnLst/>
                <a:rect l="l" t="t" r="r" b="b"/>
                <a:pathLst>
                  <a:path w="85" h="71" extrusionOk="0">
                    <a:moveTo>
                      <a:pt x="83" y="39"/>
                    </a:moveTo>
                    <a:cubicBezTo>
                      <a:pt x="21" y="2"/>
                      <a:pt x="21" y="2"/>
                      <a:pt x="21" y="2"/>
                    </a:cubicBezTo>
                    <a:cubicBezTo>
                      <a:pt x="19" y="0"/>
                      <a:pt x="16" y="2"/>
                      <a:pt x="14" y="4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28"/>
                      <a:pt x="0" y="31"/>
                      <a:pt x="2" y="32"/>
                    </a:cubicBezTo>
                    <a:cubicBezTo>
                      <a:pt x="64" y="70"/>
                      <a:pt x="64" y="70"/>
                      <a:pt x="64" y="70"/>
                    </a:cubicBezTo>
                    <a:cubicBezTo>
                      <a:pt x="67" y="71"/>
                      <a:pt x="70" y="70"/>
                      <a:pt x="71" y="67"/>
                    </a:cubicBezTo>
                    <a:cubicBezTo>
                      <a:pt x="84" y="47"/>
                      <a:pt x="84" y="47"/>
                      <a:pt x="84" y="47"/>
                    </a:cubicBezTo>
                    <a:cubicBezTo>
                      <a:pt x="85" y="44"/>
                      <a:pt x="85" y="41"/>
                      <a:pt x="83" y="3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DM Sans 14pt" pitchFamily="2" charset="77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71" name="Google Shape;1171;p37"/>
            <p:cNvGrpSpPr/>
            <p:nvPr/>
          </p:nvGrpSpPr>
          <p:grpSpPr>
            <a:xfrm>
              <a:off x="2232569" y="835727"/>
              <a:ext cx="415198" cy="415198"/>
              <a:chOff x="1404969" y="1106377"/>
              <a:chExt cx="415198" cy="415198"/>
            </a:xfrm>
          </p:grpSpPr>
          <p:sp>
            <p:nvSpPr>
              <p:cNvPr id="1172" name="Google Shape;1172;p37"/>
              <p:cNvSpPr/>
              <p:nvPr/>
            </p:nvSpPr>
            <p:spPr>
              <a:xfrm>
                <a:off x="1404969" y="1106377"/>
                <a:ext cx="415198" cy="415198"/>
              </a:xfrm>
              <a:custGeom>
                <a:avLst/>
                <a:gdLst/>
                <a:ahLst/>
                <a:cxnLst/>
                <a:rect l="l" t="t" r="r" b="b"/>
                <a:pathLst>
                  <a:path w="474" h="474" extrusionOk="0">
                    <a:moveTo>
                      <a:pt x="421" y="0"/>
                    </a:moveTo>
                    <a:cubicBezTo>
                      <a:pt x="52" y="0"/>
                      <a:pt x="52" y="0"/>
                      <a:pt x="52" y="0"/>
                    </a:cubicBezTo>
                    <a:cubicBezTo>
                      <a:pt x="23" y="0"/>
                      <a:pt x="0" y="23"/>
                      <a:pt x="0" y="52"/>
                    </a:cubicBezTo>
                    <a:cubicBezTo>
                      <a:pt x="0" y="421"/>
                      <a:pt x="0" y="421"/>
                      <a:pt x="0" y="421"/>
                    </a:cubicBezTo>
                    <a:cubicBezTo>
                      <a:pt x="0" y="451"/>
                      <a:pt x="23" y="474"/>
                      <a:pt x="52" y="474"/>
                    </a:cubicBezTo>
                    <a:cubicBezTo>
                      <a:pt x="421" y="474"/>
                      <a:pt x="421" y="474"/>
                      <a:pt x="421" y="474"/>
                    </a:cubicBezTo>
                    <a:cubicBezTo>
                      <a:pt x="451" y="474"/>
                      <a:pt x="474" y="451"/>
                      <a:pt x="474" y="421"/>
                    </a:cubicBezTo>
                    <a:cubicBezTo>
                      <a:pt x="474" y="52"/>
                      <a:pt x="474" y="52"/>
                      <a:pt x="474" y="52"/>
                    </a:cubicBezTo>
                    <a:cubicBezTo>
                      <a:pt x="474" y="23"/>
                      <a:pt x="451" y="0"/>
                      <a:pt x="4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DM Sans 14pt" pitchFamily="2" charset="77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3" name="Google Shape;1173;p37"/>
              <p:cNvSpPr/>
              <p:nvPr/>
            </p:nvSpPr>
            <p:spPr>
              <a:xfrm>
                <a:off x="1460456" y="1163778"/>
                <a:ext cx="304223" cy="299440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43" extrusionOk="0">
                    <a:moveTo>
                      <a:pt x="298" y="293"/>
                    </a:moveTo>
                    <a:cubicBezTo>
                      <a:pt x="311" y="280"/>
                      <a:pt x="321" y="265"/>
                      <a:pt x="330" y="248"/>
                    </a:cubicBezTo>
                    <a:cubicBezTo>
                      <a:pt x="330" y="248"/>
                      <a:pt x="330" y="248"/>
                      <a:pt x="330" y="248"/>
                    </a:cubicBezTo>
                    <a:cubicBezTo>
                      <a:pt x="304" y="235"/>
                      <a:pt x="304" y="235"/>
                      <a:pt x="304" y="235"/>
                    </a:cubicBezTo>
                    <a:cubicBezTo>
                      <a:pt x="310" y="221"/>
                      <a:pt x="315" y="206"/>
                      <a:pt x="317" y="192"/>
                    </a:cubicBezTo>
                    <a:cubicBezTo>
                      <a:pt x="346" y="196"/>
                      <a:pt x="346" y="196"/>
                      <a:pt x="346" y="196"/>
                    </a:cubicBezTo>
                    <a:cubicBezTo>
                      <a:pt x="348" y="178"/>
                      <a:pt x="348" y="160"/>
                      <a:pt x="345" y="142"/>
                    </a:cubicBezTo>
                    <a:cubicBezTo>
                      <a:pt x="316" y="147"/>
                      <a:pt x="316" y="147"/>
                      <a:pt x="316" y="147"/>
                    </a:cubicBezTo>
                    <a:cubicBezTo>
                      <a:pt x="313" y="132"/>
                      <a:pt x="308" y="118"/>
                      <a:pt x="301" y="104"/>
                    </a:cubicBezTo>
                    <a:cubicBezTo>
                      <a:pt x="327" y="90"/>
                      <a:pt x="327" y="90"/>
                      <a:pt x="327" y="90"/>
                    </a:cubicBezTo>
                    <a:cubicBezTo>
                      <a:pt x="318" y="74"/>
                      <a:pt x="307" y="60"/>
                      <a:pt x="294" y="47"/>
                    </a:cubicBezTo>
                    <a:cubicBezTo>
                      <a:pt x="274" y="68"/>
                      <a:pt x="274" y="68"/>
                      <a:pt x="274" y="68"/>
                    </a:cubicBezTo>
                    <a:cubicBezTo>
                      <a:pt x="264" y="58"/>
                      <a:pt x="251" y="49"/>
                      <a:pt x="238" y="42"/>
                    </a:cubicBezTo>
                    <a:cubicBezTo>
                      <a:pt x="237" y="42"/>
                      <a:pt x="237" y="42"/>
                      <a:pt x="237" y="42"/>
                    </a:cubicBezTo>
                    <a:cubicBezTo>
                      <a:pt x="250" y="16"/>
                      <a:pt x="250" y="16"/>
                      <a:pt x="250" y="16"/>
                    </a:cubicBezTo>
                    <a:cubicBezTo>
                      <a:pt x="234" y="8"/>
                      <a:pt x="216" y="3"/>
                      <a:pt x="198" y="0"/>
                    </a:cubicBezTo>
                    <a:cubicBezTo>
                      <a:pt x="194" y="29"/>
                      <a:pt x="194" y="29"/>
                      <a:pt x="194" y="29"/>
                    </a:cubicBezTo>
                    <a:cubicBezTo>
                      <a:pt x="179" y="27"/>
                      <a:pt x="164" y="27"/>
                      <a:pt x="149" y="30"/>
                    </a:cubicBezTo>
                    <a:cubicBezTo>
                      <a:pt x="144" y="1"/>
                      <a:pt x="144" y="1"/>
                      <a:pt x="144" y="1"/>
                    </a:cubicBezTo>
                    <a:cubicBezTo>
                      <a:pt x="126" y="4"/>
                      <a:pt x="109" y="10"/>
                      <a:pt x="93" y="19"/>
                    </a:cubicBezTo>
                    <a:cubicBezTo>
                      <a:pt x="106" y="45"/>
                      <a:pt x="106" y="45"/>
                      <a:pt x="106" y="45"/>
                    </a:cubicBezTo>
                    <a:cubicBezTo>
                      <a:pt x="93" y="52"/>
                      <a:pt x="81" y="61"/>
                      <a:pt x="70" y="72"/>
                    </a:cubicBezTo>
                    <a:cubicBezTo>
                      <a:pt x="49" y="51"/>
                      <a:pt x="49" y="51"/>
                      <a:pt x="49" y="51"/>
                    </a:cubicBezTo>
                    <a:cubicBezTo>
                      <a:pt x="37" y="64"/>
                      <a:pt x="26" y="79"/>
                      <a:pt x="18" y="96"/>
                    </a:cubicBezTo>
                    <a:cubicBezTo>
                      <a:pt x="18" y="96"/>
                      <a:pt x="18" y="96"/>
                      <a:pt x="18" y="96"/>
                    </a:cubicBezTo>
                    <a:cubicBezTo>
                      <a:pt x="44" y="108"/>
                      <a:pt x="44" y="108"/>
                      <a:pt x="44" y="108"/>
                    </a:cubicBezTo>
                    <a:cubicBezTo>
                      <a:pt x="38" y="122"/>
                      <a:pt x="33" y="137"/>
                      <a:pt x="31" y="152"/>
                    </a:cubicBezTo>
                    <a:cubicBezTo>
                      <a:pt x="2" y="148"/>
                      <a:pt x="2" y="148"/>
                      <a:pt x="2" y="148"/>
                    </a:cubicBezTo>
                    <a:cubicBezTo>
                      <a:pt x="0" y="166"/>
                      <a:pt x="0" y="184"/>
                      <a:pt x="3" y="202"/>
                    </a:cubicBezTo>
                    <a:cubicBezTo>
                      <a:pt x="32" y="197"/>
                      <a:pt x="32" y="197"/>
                      <a:pt x="32" y="197"/>
                    </a:cubicBezTo>
                    <a:cubicBezTo>
                      <a:pt x="35" y="212"/>
                      <a:pt x="40" y="226"/>
                      <a:pt x="47" y="239"/>
                    </a:cubicBezTo>
                    <a:cubicBezTo>
                      <a:pt x="21" y="253"/>
                      <a:pt x="21" y="253"/>
                      <a:pt x="21" y="253"/>
                    </a:cubicBezTo>
                    <a:cubicBezTo>
                      <a:pt x="29" y="269"/>
                      <a:pt x="40" y="284"/>
                      <a:pt x="53" y="296"/>
                    </a:cubicBezTo>
                    <a:cubicBezTo>
                      <a:pt x="74" y="275"/>
                      <a:pt x="74" y="275"/>
                      <a:pt x="74" y="275"/>
                    </a:cubicBezTo>
                    <a:cubicBezTo>
                      <a:pt x="84" y="286"/>
                      <a:pt x="97" y="295"/>
                      <a:pt x="110" y="301"/>
                    </a:cubicBezTo>
                    <a:cubicBezTo>
                      <a:pt x="111" y="301"/>
                      <a:pt x="111" y="301"/>
                      <a:pt x="111" y="301"/>
                    </a:cubicBezTo>
                    <a:cubicBezTo>
                      <a:pt x="98" y="328"/>
                      <a:pt x="98" y="328"/>
                      <a:pt x="98" y="328"/>
                    </a:cubicBezTo>
                    <a:cubicBezTo>
                      <a:pt x="114" y="336"/>
                      <a:pt x="132" y="341"/>
                      <a:pt x="150" y="343"/>
                    </a:cubicBezTo>
                    <a:cubicBezTo>
                      <a:pt x="154" y="315"/>
                      <a:pt x="154" y="315"/>
                      <a:pt x="154" y="315"/>
                    </a:cubicBezTo>
                    <a:cubicBezTo>
                      <a:pt x="169" y="317"/>
                      <a:pt x="184" y="316"/>
                      <a:pt x="199" y="314"/>
                    </a:cubicBezTo>
                    <a:cubicBezTo>
                      <a:pt x="204" y="343"/>
                      <a:pt x="204" y="343"/>
                      <a:pt x="204" y="343"/>
                    </a:cubicBezTo>
                    <a:cubicBezTo>
                      <a:pt x="222" y="339"/>
                      <a:pt x="239" y="334"/>
                      <a:pt x="255" y="325"/>
                    </a:cubicBezTo>
                    <a:cubicBezTo>
                      <a:pt x="241" y="299"/>
                      <a:pt x="241" y="299"/>
                      <a:pt x="241" y="299"/>
                    </a:cubicBezTo>
                    <a:cubicBezTo>
                      <a:pt x="255" y="292"/>
                      <a:pt x="267" y="283"/>
                      <a:pt x="277" y="272"/>
                    </a:cubicBezTo>
                    <a:lnTo>
                      <a:pt x="298" y="293"/>
                    </a:lnTo>
                    <a:close/>
                    <a:moveTo>
                      <a:pt x="140" y="240"/>
                    </a:moveTo>
                    <a:cubicBezTo>
                      <a:pt x="103" y="222"/>
                      <a:pt x="87" y="176"/>
                      <a:pt x="106" y="138"/>
                    </a:cubicBezTo>
                    <a:cubicBezTo>
                      <a:pt x="124" y="101"/>
                      <a:pt x="170" y="85"/>
                      <a:pt x="208" y="104"/>
                    </a:cubicBezTo>
                    <a:cubicBezTo>
                      <a:pt x="245" y="122"/>
                      <a:pt x="261" y="168"/>
                      <a:pt x="242" y="205"/>
                    </a:cubicBezTo>
                    <a:cubicBezTo>
                      <a:pt x="224" y="243"/>
                      <a:pt x="178" y="259"/>
                      <a:pt x="140" y="2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DM Sans 14pt" pitchFamily="2" charset="77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74" name="Google Shape;1174;p37"/>
            <p:cNvSpPr/>
            <p:nvPr/>
          </p:nvSpPr>
          <p:spPr>
            <a:xfrm>
              <a:off x="1551075" y="809699"/>
              <a:ext cx="333550" cy="55017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DM Sans 14pt" pitchFamily="2" charset="77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5" name="Google Shape;1175;p37"/>
            <p:cNvSpPr/>
            <p:nvPr/>
          </p:nvSpPr>
          <p:spPr>
            <a:xfrm>
              <a:off x="1962697" y="1509313"/>
              <a:ext cx="157450" cy="25972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DM Sans 14pt" pitchFamily="2" charset="77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" name="Picture 3">
            <a:extLst>
              <a:ext uri="{FF2B5EF4-FFF2-40B4-BE49-F238E27FC236}">
                <a16:creationId xmlns:a16="http://schemas.microsoft.com/office/drawing/2014/main" id="{BFDC938F-4038-BC4E-942F-DBDB2D5D03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2328" y="4260018"/>
            <a:ext cx="744992" cy="744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tatistics and Data Analysis - 6th Grade by Slidesgo">
  <a:themeElements>
    <a:clrScheme name="Simple Light">
      <a:dk1>
        <a:srgbClr val="334157"/>
      </a:dk1>
      <a:lt1>
        <a:srgbClr val="4C69B2"/>
      </a:lt1>
      <a:dk2>
        <a:srgbClr val="FDFDFD"/>
      </a:dk2>
      <a:lt2>
        <a:srgbClr val="6389EB"/>
      </a:lt2>
      <a:accent1>
        <a:srgbClr val="CBDDFA"/>
      </a:accent1>
      <a:accent2>
        <a:srgbClr val="FF4949"/>
      </a:accent2>
      <a:accent3>
        <a:srgbClr val="FF7A78"/>
      </a:accent3>
      <a:accent4>
        <a:srgbClr val="FF9D35"/>
      </a:accent4>
      <a:accent5>
        <a:srgbClr val="FFC53A"/>
      </a:accent5>
      <a:accent6>
        <a:srgbClr val="EBEBEB"/>
      </a:accent6>
      <a:hlink>
        <a:srgbClr val="33415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2927</TotalTime>
  <Words>817</Words>
  <Application>Microsoft Office PowerPoint</Application>
  <PresentationFormat>Presentación en pantalla (16:9)</PresentationFormat>
  <Paragraphs>98</Paragraphs>
  <Slides>21</Slides>
  <Notes>21</Notes>
  <HiddenSlides>8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9" baseType="lpstr">
      <vt:lpstr>Wingdings</vt:lpstr>
      <vt:lpstr>Baloo 2 ExtraBold</vt:lpstr>
      <vt:lpstr>DM Sans 14pt</vt:lpstr>
      <vt:lpstr>Nunito Light</vt:lpstr>
      <vt:lpstr>Arial</vt:lpstr>
      <vt:lpstr>DM Sans</vt:lpstr>
      <vt:lpstr>Calibri</vt:lpstr>
      <vt:lpstr>Statistics and Data Analysis - 6th Grade by Slidesgo</vt:lpstr>
      <vt:lpstr>Super Bikes!</vt:lpstr>
      <vt:lpstr>Course Program</vt:lpstr>
      <vt:lpstr> Our idea</vt:lpstr>
      <vt:lpstr>What data structure solves the issue?</vt:lpstr>
      <vt:lpstr>What data structure solves the issue?</vt:lpstr>
      <vt:lpstr>Relevant constraints</vt:lpstr>
      <vt:lpstr>The data</vt:lpstr>
      <vt:lpstr>Tables and dimensions</vt:lpstr>
      <vt:lpstr>Data consistency</vt:lpstr>
      <vt:lpstr>The questions</vt:lpstr>
      <vt:lpstr>Station Popularity</vt:lpstr>
      <vt:lpstr>Revenue Analysis</vt:lpstr>
      <vt:lpstr>Maintenance Alert</vt:lpstr>
      <vt:lpstr>User Behavior</vt:lpstr>
      <vt:lpstr>What data structure solves the issue?</vt:lpstr>
      <vt:lpstr>EcoRide</vt:lpstr>
      <vt:lpstr>Deliverables</vt:lpstr>
      <vt:lpstr>Deliverables</vt:lpstr>
      <vt:lpstr>Deliverables</vt:lpstr>
      <vt:lpstr>Getting started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María Jose Briones Rodríguez</dc:creator>
  <cp:lastModifiedBy>Maria Jose' Briones Rodriguez</cp:lastModifiedBy>
  <cp:revision>11</cp:revision>
  <dcterms:modified xsi:type="dcterms:W3CDTF">2026-03-05T15:38:04Z</dcterms:modified>
</cp:coreProperties>
</file>